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image" Target="../media/image20.svg"/><Relationship Id="rId16" Type="http://schemas.openxmlformats.org/officeDocument/2006/relationships/image" Target="../media/image34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image" Target="../media/image20.svg"/><Relationship Id="rId16" Type="http://schemas.openxmlformats.org/officeDocument/2006/relationships/image" Target="../media/image34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Relationship Id="rId14" Type="http://schemas.openxmlformats.org/officeDocument/2006/relationships/image" Target="../media/image3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E4F93C-6B18-496A-BF63-816CFB925B1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274C134-5BBC-4C7B-BB62-1EB6EB55FFB7}">
      <dgm:prSet/>
      <dgm:spPr/>
      <dgm:t>
        <a:bodyPr/>
        <a:lstStyle/>
        <a:p>
          <a:r>
            <a:rPr lang="en-US"/>
            <a:t>• Uses beginner-friendly technologies (Node.js)</a:t>
          </a:r>
        </a:p>
      </dgm:t>
    </dgm:pt>
    <dgm:pt modelId="{61B855D7-8C76-44C7-B45D-04BBC1A57213}" type="parTrans" cxnId="{7F14BD39-0AE4-4E0F-84BD-A7F78B68340A}">
      <dgm:prSet/>
      <dgm:spPr/>
      <dgm:t>
        <a:bodyPr/>
        <a:lstStyle/>
        <a:p>
          <a:endParaRPr lang="en-US"/>
        </a:p>
      </dgm:t>
    </dgm:pt>
    <dgm:pt modelId="{0AD935BB-682F-49DA-BAD5-299DD53F1E3F}" type="sibTrans" cxnId="{7F14BD39-0AE4-4E0F-84BD-A7F78B68340A}">
      <dgm:prSet/>
      <dgm:spPr/>
      <dgm:t>
        <a:bodyPr/>
        <a:lstStyle/>
        <a:p>
          <a:endParaRPr lang="en-US"/>
        </a:p>
      </dgm:t>
    </dgm:pt>
    <dgm:pt modelId="{3972BCE8-3530-48FB-A5BE-FDFC0B310A09}">
      <dgm:prSet/>
      <dgm:spPr/>
      <dgm:t>
        <a:bodyPr/>
        <a:lstStyle/>
        <a:p>
          <a:r>
            <a:rPr lang="en-US"/>
            <a:t>• Open-source tools with zero licensing cost</a:t>
          </a:r>
        </a:p>
      </dgm:t>
    </dgm:pt>
    <dgm:pt modelId="{99609A62-FAE7-4C30-B1AB-A4294EE6E0E5}" type="parTrans" cxnId="{F5D7F5C9-AA2B-4BCC-B9AC-9D937A8BF775}">
      <dgm:prSet/>
      <dgm:spPr/>
      <dgm:t>
        <a:bodyPr/>
        <a:lstStyle/>
        <a:p>
          <a:endParaRPr lang="en-US"/>
        </a:p>
      </dgm:t>
    </dgm:pt>
    <dgm:pt modelId="{18BBCC28-5320-4C27-AE52-2FECF2416DCF}" type="sibTrans" cxnId="{F5D7F5C9-AA2B-4BCC-B9AC-9D937A8BF775}">
      <dgm:prSet/>
      <dgm:spPr/>
      <dgm:t>
        <a:bodyPr/>
        <a:lstStyle/>
        <a:p>
          <a:endParaRPr lang="en-US"/>
        </a:p>
      </dgm:t>
    </dgm:pt>
    <dgm:pt modelId="{5B63AC57-8CEA-435A-9226-3AFA473B4CD9}">
      <dgm:prSet/>
      <dgm:spPr/>
      <dgm:t>
        <a:bodyPr/>
        <a:lstStyle/>
        <a:p>
          <a:r>
            <a:rPr lang="en-US"/>
            <a:t>• Lightweight and scalable architecture</a:t>
          </a:r>
        </a:p>
      </dgm:t>
    </dgm:pt>
    <dgm:pt modelId="{B534F15C-0C82-48AF-8ADA-CC9F584E248D}" type="parTrans" cxnId="{6417B2FC-EE24-4B33-BEE1-89617141BFF6}">
      <dgm:prSet/>
      <dgm:spPr/>
      <dgm:t>
        <a:bodyPr/>
        <a:lstStyle/>
        <a:p>
          <a:endParaRPr lang="en-US"/>
        </a:p>
      </dgm:t>
    </dgm:pt>
    <dgm:pt modelId="{F2973660-432E-43F5-99CB-96366174F3DC}" type="sibTrans" cxnId="{6417B2FC-EE24-4B33-BEE1-89617141BFF6}">
      <dgm:prSet/>
      <dgm:spPr/>
      <dgm:t>
        <a:bodyPr/>
        <a:lstStyle/>
        <a:p>
          <a:endParaRPr lang="en-US"/>
        </a:p>
      </dgm:t>
    </dgm:pt>
    <dgm:pt modelId="{12775549-6403-4E61-AAD7-B6588002F357}">
      <dgm:prSet/>
      <dgm:spPr/>
      <dgm:t>
        <a:bodyPr/>
        <a:lstStyle/>
        <a:p>
          <a:r>
            <a:rPr lang="en-US"/>
            <a:t>• Compatible with standard laptops</a:t>
          </a:r>
        </a:p>
      </dgm:t>
    </dgm:pt>
    <dgm:pt modelId="{7ECEFE18-B167-43FE-8D5F-D2B64EE5669F}" type="parTrans" cxnId="{57486909-6D95-4D0C-8825-3E712D849847}">
      <dgm:prSet/>
      <dgm:spPr/>
      <dgm:t>
        <a:bodyPr/>
        <a:lstStyle/>
        <a:p>
          <a:endParaRPr lang="en-US"/>
        </a:p>
      </dgm:t>
    </dgm:pt>
    <dgm:pt modelId="{12B85739-996E-45C7-B8B5-B2CB3C0D5CA5}" type="sibTrans" cxnId="{57486909-6D95-4D0C-8825-3E712D849847}">
      <dgm:prSet/>
      <dgm:spPr/>
      <dgm:t>
        <a:bodyPr/>
        <a:lstStyle/>
        <a:p>
          <a:endParaRPr lang="en-US"/>
        </a:p>
      </dgm:t>
    </dgm:pt>
    <dgm:pt modelId="{EA8018C4-EECB-4E91-90EC-2374C947C7B1}">
      <dgm:prSet/>
      <dgm:spPr/>
      <dgm:t>
        <a:bodyPr/>
        <a:lstStyle/>
        <a:p>
          <a:r>
            <a:rPr lang="en-US"/>
            <a:t>• Deployable on free cloud platforms</a:t>
          </a:r>
        </a:p>
      </dgm:t>
    </dgm:pt>
    <dgm:pt modelId="{D33B8BC6-2BC1-4ED5-82A5-94380E68B4EE}" type="parTrans" cxnId="{D1774BE1-1203-47A5-BD25-2B7E6BAFC7F6}">
      <dgm:prSet/>
      <dgm:spPr/>
      <dgm:t>
        <a:bodyPr/>
        <a:lstStyle/>
        <a:p>
          <a:endParaRPr lang="en-US"/>
        </a:p>
      </dgm:t>
    </dgm:pt>
    <dgm:pt modelId="{3449CAD4-6B8A-495D-9BE7-F63F17D68C96}" type="sibTrans" cxnId="{D1774BE1-1203-47A5-BD25-2B7E6BAFC7F6}">
      <dgm:prSet/>
      <dgm:spPr/>
      <dgm:t>
        <a:bodyPr/>
        <a:lstStyle/>
        <a:p>
          <a:endParaRPr lang="en-US"/>
        </a:p>
      </dgm:t>
    </dgm:pt>
    <dgm:pt modelId="{26AB216A-9164-4EC0-9496-C4FBF83C676A}">
      <dgm:prSet/>
      <dgm:spPr/>
      <dgm:t>
        <a:bodyPr/>
        <a:lstStyle/>
        <a:p>
          <a:r>
            <a:rPr lang="en-US"/>
            <a:t>• Aligns with team skillset and project goals</a:t>
          </a:r>
        </a:p>
      </dgm:t>
    </dgm:pt>
    <dgm:pt modelId="{439FFEFE-D371-4E7B-A605-C8C27F47211A}" type="parTrans" cxnId="{4FEF6C71-4F0D-4E37-BA47-22447176CF29}">
      <dgm:prSet/>
      <dgm:spPr/>
      <dgm:t>
        <a:bodyPr/>
        <a:lstStyle/>
        <a:p>
          <a:endParaRPr lang="en-US"/>
        </a:p>
      </dgm:t>
    </dgm:pt>
    <dgm:pt modelId="{BAFB04B3-5147-4277-B8FB-F752AC2DEB73}" type="sibTrans" cxnId="{4FEF6C71-4F0D-4E37-BA47-22447176CF29}">
      <dgm:prSet/>
      <dgm:spPr/>
      <dgm:t>
        <a:bodyPr/>
        <a:lstStyle/>
        <a:p>
          <a:endParaRPr lang="en-US"/>
        </a:p>
      </dgm:t>
    </dgm:pt>
    <dgm:pt modelId="{820B5A46-C601-4AC8-A8C2-6CC26A6870B1}" type="pres">
      <dgm:prSet presAssocID="{1BE4F93C-6B18-496A-BF63-816CFB925B11}" presName="linear" presStyleCnt="0">
        <dgm:presLayoutVars>
          <dgm:animLvl val="lvl"/>
          <dgm:resizeHandles val="exact"/>
        </dgm:presLayoutVars>
      </dgm:prSet>
      <dgm:spPr/>
    </dgm:pt>
    <dgm:pt modelId="{52DDA476-F32D-4880-A255-5A2E352B88BB}" type="pres">
      <dgm:prSet presAssocID="{9274C134-5BBC-4C7B-BB62-1EB6EB55FFB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4A3ACD6-123C-4864-A0FB-F4D598CAC93F}" type="pres">
      <dgm:prSet presAssocID="{0AD935BB-682F-49DA-BAD5-299DD53F1E3F}" presName="spacer" presStyleCnt="0"/>
      <dgm:spPr/>
    </dgm:pt>
    <dgm:pt modelId="{60B020AC-580C-4997-B2A3-DAEA9DAECEAF}" type="pres">
      <dgm:prSet presAssocID="{3972BCE8-3530-48FB-A5BE-FDFC0B310A0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14AB315-F204-4B05-B3AC-B25119C967C5}" type="pres">
      <dgm:prSet presAssocID="{18BBCC28-5320-4C27-AE52-2FECF2416DCF}" presName="spacer" presStyleCnt="0"/>
      <dgm:spPr/>
    </dgm:pt>
    <dgm:pt modelId="{B3CD5E4E-FEEC-4CF9-B42A-17FD08C8BABB}" type="pres">
      <dgm:prSet presAssocID="{5B63AC57-8CEA-435A-9226-3AFA473B4CD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45620F6-6297-4F93-85FA-7A14622A4772}" type="pres">
      <dgm:prSet presAssocID="{F2973660-432E-43F5-99CB-96366174F3DC}" presName="spacer" presStyleCnt="0"/>
      <dgm:spPr/>
    </dgm:pt>
    <dgm:pt modelId="{F57858F2-02B9-4440-AF78-A725219F5E3F}" type="pres">
      <dgm:prSet presAssocID="{12775549-6403-4E61-AAD7-B6588002F35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B57E200-F3FB-4678-A28B-E45242FE1C58}" type="pres">
      <dgm:prSet presAssocID="{12B85739-996E-45C7-B8B5-B2CB3C0D5CA5}" presName="spacer" presStyleCnt="0"/>
      <dgm:spPr/>
    </dgm:pt>
    <dgm:pt modelId="{CA41D58B-62E7-4CD9-8CD1-E6DC05E77BD3}" type="pres">
      <dgm:prSet presAssocID="{EA8018C4-EECB-4E91-90EC-2374C947C7B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4163188-5A6D-485C-985A-3C5260A8E1D7}" type="pres">
      <dgm:prSet presAssocID="{3449CAD4-6B8A-495D-9BE7-F63F17D68C96}" presName="spacer" presStyleCnt="0"/>
      <dgm:spPr/>
    </dgm:pt>
    <dgm:pt modelId="{948EB486-DB84-418C-8678-AFD2DAC80E5B}" type="pres">
      <dgm:prSet presAssocID="{26AB216A-9164-4EC0-9496-C4FBF83C676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1F35F00-3935-4B0E-A96C-4504B2BDF645}" type="presOf" srcId="{26AB216A-9164-4EC0-9496-C4FBF83C676A}" destId="{948EB486-DB84-418C-8678-AFD2DAC80E5B}" srcOrd="0" destOrd="0" presId="urn:microsoft.com/office/officeart/2005/8/layout/vList2"/>
    <dgm:cxn modelId="{57486909-6D95-4D0C-8825-3E712D849847}" srcId="{1BE4F93C-6B18-496A-BF63-816CFB925B11}" destId="{12775549-6403-4E61-AAD7-B6588002F357}" srcOrd="3" destOrd="0" parTransId="{7ECEFE18-B167-43FE-8D5F-D2B64EE5669F}" sibTransId="{12B85739-996E-45C7-B8B5-B2CB3C0D5CA5}"/>
    <dgm:cxn modelId="{8C09F11D-59D4-4E2F-AFE6-AB50E15D6D22}" type="presOf" srcId="{5B63AC57-8CEA-435A-9226-3AFA473B4CD9}" destId="{B3CD5E4E-FEEC-4CF9-B42A-17FD08C8BABB}" srcOrd="0" destOrd="0" presId="urn:microsoft.com/office/officeart/2005/8/layout/vList2"/>
    <dgm:cxn modelId="{7F14BD39-0AE4-4E0F-84BD-A7F78B68340A}" srcId="{1BE4F93C-6B18-496A-BF63-816CFB925B11}" destId="{9274C134-5BBC-4C7B-BB62-1EB6EB55FFB7}" srcOrd="0" destOrd="0" parTransId="{61B855D7-8C76-44C7-B45D-04BBC1A57213}" sibTransId="{0AD935BB-682F-49DA-BAD5-299DD53F1E3F}"/>
    <dgm:cxn modelId="{4FEF6C71-4F0D-4E37-BA47-22447176CF29}" srcId="{1BE4F93C-6B18-496A-BF63-816CFB925B11}" destId="{26AB216A-9164-4EC0-9496-C4FBF83C676A}" srcOrd="5" destOrd="0" parTransId="{439FFEFE-D371-4E7B-A605-C8C27F47211A}" sibTransId="{BAFB04B3-5147-4277-B8FB-F752AC2DEB73}"/>
    <dgm:cxn modelId="{06DAB5AE-C452-46DE-8967-05F11B266FAC}" type="presOf" srcId="{3972BCE8-3530-48FB-A5BE-FDFC0B310A09}" destId="{60B020AC-580C-4997-B2A3-DAEA9DAECEAF}" srcOrd="0" destOrd="0" presId="urn:microsoft.com/office/officeart/2005/8/layout/vList2"/>
    <dgm:cxn modelId="{1AC5DBB8-740F-451A-BD7D-7E61B2AA8116}" type="presOf" srcId="{EA8018C4-EECB-4E91-90EC-2374C947C7B1}" destId="{CA41D58B-62E7-4CD9-8CD1-E6DC05E77BD3}" srcOrd="0" destOrd="0" presId="urn:microsoft.com/office/officeart/2005/8/layout/vList2"/>
    <dgm:cxn modelId="{F5D7F5C9-AA2B-4BCC-B9AC-9D937A8BF775}" srcId="{1BE4F93C-6B18-496A-BF63-816CFB925B11}" destId="{3972BCE8-3530-48FB-A5BE-FDFC0B310A09}" srcOrd="1" destOrd="0" parTransId="{99609A62-FAE7-4C30-B1AB-A4294EE6E0E5}" sibTransId="{18BBCC28-5320-4C27-AE52-2FECF2416DCF}"/>
    <dgm:cxn modelId="{4DF124D1-A4DF-49EB-9859-3FE6F57787A4}" type="presOf" srcId="{12775549-6403-4E61-AAD7-B6588002F357}" destId="{F57858F2-02B9-4440-AF78-A725219F5E3F}" srcOrd="0" destOrd="0" presId="urn:microsoft.com/office/officeart/2005/8/layout/vList2"/>
    <dgm:cxn modelId="{DBBEC7D2-9530-4832-9B05-3643E64D0DB5}" type="presOf" srcId="{9274C134-5BBC-4C7B-BB62-1EB6EB55FFB7}" destId="{52DDA476-F32D-4880-A255-5A2E352B88BB}" srcOrd="0" destOrd="0" presId="urn:microsoft.com/office/officeart/2005/8/layout/vList2"/>
    <dgm:cxn modelId="{F0EACFD5-8D2F-45C6-AD76-8EF6FEE2CF9B}" type="presOf" srcId="{1BE4F93C-6B18-496A-BF63-816CFB925B11}" destId="{820B5A46-C601-4AC8-A8C2-6CC26A6870B1}" srcOrd="0" destOrd="0" presId="urn:microsoft.com/office/officeart/2005/8/layout/vList2"/>
    <dgm:cxn modelId="{D1774BE1-1203-47A5-BD25-2B7E6BAFC7F6}" srcId="{1BE4F93C-6B18-496A-BF63-816CFB925B11}" destId="{EA8018C4-EECB-4E91-90EC-2374C947C7B1}" srcOrd="4" destOrd="0" parTransId="{D33B8BC6-2BC1-4ED5-82A5-94380E68B4EE}" sibTransId="{3449CAD4-6B8A-495D-9BE7-F63F17D68C96}"/>
    <dgm:cxn modelId="{6417B2FC-EE24-4B33-BEE1-89617141BFF6}" srcId="{1BE4F93C-6B18-496A-BF63-816CFB925B11}" destId="{5B63AC57-8CEA-435A-9226-3AFA473B4CD9}" srcOrd="2" destOrd="0" parTransId="{B534F15C-0C82-48AF-8ADA-CC9F584E248D}" sibTransId="{F2973660-432E-43F5-99CB-96366174F3DC}"/>
    <dgm:cxn modelId="{2B0730F4-38A3-48D6-9141-A0670A00CAAA}" type="presParOf" srcId="{820B5A46-C601-4AC8-A8C2-6CC26A6870B1}" destId="{52DDA476-F32D-4880-A255-5A2E352B88BB}" srcOrd="0" destOrd="0" presId="urn:microsoft.com/office/officeart/2005/8/layout/vList2"/>
    <dgm:cxn modelId="{98969B91-7BBB-4F31-A9F8-BA8296412950}" type="presParOf" srcId="{820B5A46-C601-4AC8-A8C2-6CC26A6870B1}" destId="{24A3ACD6-123C-4864-A0FB-F4D598CAC93F}" srcOrd="1" destOrd="0" presId="urn:microsoft.com/office/officeart/2005/8/layout/vList2"/>
    <dgm:cxn modelId="{6801945C-9E9E-4412-B7EA-8E1BFD36D24E}" type="presParOf" srcId="{820B5A46-C601-4AC8-A8C2-6CC26A6870B1}" destId="{60B020AC-580C-4997-B2A3-DAEA9DAECEAF}" srcOrd="2" destOrd="0" presId="urn:microsoft.com/office/officeart/2005/8/layout/vList2"/>
    <dgm:cxn modelId="{96977798-0EF5-4FD4-B131-5247A00BEC16}" type="presParOf" srcId="{820B5A46-C601-4AC8-A8C2-6CC26A6870B1}" destId="{014AB315-F204-4B05-B3AC-B25119C967C5}" srcOrd="3" destOrd="0" presId="urn:microsoft.com/office/officeart/2005/8/layout/vList2"/>
    <dgm:cxn modelId="{7E6C7C4A-4A0F-46BC-86A2-087C7CA49688}" type="presParOf" srcId="{820B5A46-C601-4AC8-A8C2-6CC26A6870B1}" destId="{B3CD5E4E-FEEC-4CF9-B42A-17FD08C8BABB}" srcOrd="4" destOrd="0" presId="urn:microsoft.com/office/officeart/2005/8/layout/vList2"/>
    <dgm:cxn modelId="{473E94E3-7F10-428E-BE0A-56764FFB24BB}" type="presParOf" srcId="{820B5A46-C601-4AC8-A8C2-6CC26A6870B1}" destId="{C45620F6-6297-4F93-85FA-7A14622A4772}" srcOrd="5" destOrd="0" presId="urn:microsoft.com/office/officeart/2005/8/layout/vList2"/>
    <dgm:cxn modelId="{0C4CF70E-5D53-4BC9-8FBE-D044AD6D057D}" type="presParOf" srcId="{820B5A46-C601-4AC8-A8C2-6CC26A6870B1}" destId="{F57858F2-02B9-4440-AF78-A725219F5E3F}" srcOrd="6" destOrd="0" presId="urn:microsoft.com/office/officeart/2005/8/layout/vList2"/>
    <dgm:cxn modelId="{D3AFCC74-2F45-4C96-80A5-918DE863F241}" type="presParOf" srcId="{820B5A46-C601-4AC8-A8C2-6CC26A6870B1}" destId="{AB57E200-F3FB-4678-A28B-E45242FE1C58}" srcOrd="7" destOrd="0" presId="urn:microsoft.com/office/officeart/2005/8/layout/vList2"/>
    <dgm:cxn modelId="{6DFEE732-BD2E-4399-9D65-59F7D1B7365C}" type="presParOf" srcId="{820B5A46-C601-4AC8-A8C2-6CC26A6870B1}" destId="{CA41D58B-62E7-4CD9-8CD1-E6DC05E77BD3}" srcOrd="8" destOrd="0" presId="urn:microsoft.com/office/officeart/2005/8/layout/vList2"/>
    <dgm:cxn modelId="{A85259B2-CB1C-4F16-BA7A-194F87510939}" type="presParOf" srcId="{820B5A46-C601-4AC8-A8C2-6CC26A6870B1}" destId="{44163188-5A6D-485C-985A-3C5260A8E1D7}" srcOrd="9" destOrd="0" presId="urn:microsoft.com/office/officeart/2005/8/layout/vList2"/>
    <dgm:cxn modelId="{7FEC8DED-2664-4262-9BC8-D6B5E1AC89C6}" type="presParOf" srcId="{820B5A46-C601-4AC8-A8C2-6CC26A6870B1}" destId="{948EB486-DB84-418C-8678-AFD2DAC80E5B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4531AA-6F54-45CE-A65D-CF0B4EF4B220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EC57784-B743-4C09-B6A8-6D4CD885FF52}">
      <dgm:prSet/>
      <dgm:spPr/>
      <dgm:t>
        <a:bodyPr/>
        <a:lstStyle/>
        <a:p>
          <a:r>
            <a:rPr lang="en-US"/>
            <a:t>Design Phase:</a:t>
          </a:r>
        </a:p>
      </dgm:t>
    </dgm:pt>
    <dgm:pt modelId="{6518967F-FFCF-4017-A205-D39C6B17EAA7}" type="parTrans" cxnId="{4243B7CB-2F2E-444A-98BA-32DDE32DCB88}">
      <dgm:prSet/>
      <dgm:spPr/>
      <dgm:t>
        <a:bodyPr/>
        <a:lstStyle/>
        <a:p>
          <a:endParaRPr lang="en-US"/>
        </a:p>
      </dgm:t>
    </dgm:pt>
    <dgm:pt modelId="{9695BB3A-9D23-4202-9FED-AAE613854514}" type="sibTrans" cxnId="{4243B7CB-2F2E-444A-98BA-32DDE32DCB88}">
      <dgm:prSet/>
      <dgm:spPr/>
      <dgm:t>
        <a:bodyPr/>
        <a:lstStyle/>
        <a:p>
          <a:endParaRPr lang="en-US"/>
        </a:p>
      </dgm:t>
    </dgm:pt>
    <dgm:pt modelId="{907A3335-A4EA-4C55-9FBF-5F99DD682EB2}">
      <dgm:prSet/>
      <dgm:spPr/>
      <dgm:t>
        <a:bodyPr/>
        <a:lstStyle/>
        <a:p>
          <a:r>
            <a:rPr lang="en-US"/>
            <a:t>- Requirement analysis</a:t>
          </a:r>
        </a:p>
      </dgm:t>
    </dgm:pt>
    <dgm:pt modelId="{FC18D8D8-CE39-419C-96F6-68594E45DE69}" type="parTrans" cxnId="{042FB4D9-CCD6-402D-BB7C-EFBE79924038}">
      <dgm:prSet/>
      <dgm:spPr/>
      <dgm:t>
        <a:bodyPr/>
        <a:lstStyle/>
        <a:p>
          <a:endParaRPr lang="en-US"/>
        </a:p>
      </dgm:t>
    </dgm:pt>
    <dgm:pt modelId="{F5A99765-69C6-4CA2-91D8-871BF1351109}" type="sibTrans" cxnId="{042FB4D9-CCD6-402D-BB7C-EFBE79924038}">
      <dgm:prSet/>
      <dgm:spPr/>
      <dgm:t>
        <a:bodyPr/>
        <a:lstStyle/>
        <a:p>
          <a:endParaRPr lang="en-US"/>
        </a:p>
      </dgm:t>
    </dgm:pt>
    <dgm:pt modelId="{7627C5ED-4F34-4463-A47A-8E211392C7D9}">
      <dgm:prSet/>
      <dgm:spPr/>
      <dgm:t>
        <a:bodyPr/>
        <a:lstStyle/>
        <a:p>
          <a:r>
            <a:rPr lang="en-US"/>
            <a:t>- Wireframe creation</a:t>
          </a:r>
        </a:p>
      </dgm:t>
    </dgm:pt>
    <dgm:pt modelId="{258563A5-21EE-4EC5-BC05-C18F300F134B}" type="parTrans" cxnId="{BB8A3E49-CE92-469A-A8B8-776FEC1E625E}">
      <dgm:prSet/>
      <dgm:spPr/>
      <dgm:t>
        <a:bodyPr/>
        <a:lstStyle/>
        <a:p>
          <a:endParaRPr lang="en-US"/>
        </a:p>
      </dgm:t>
    </dgm:pt>
    <dgm:pt modelId="{783B4D56-8F8D-4695-AAD5-280877BED750}" type="sibTrans" cxnId="{BB8A3E49-CE92-469A-A8B8-776FEC1E625E}">
      <dgm:prSet/>
      <dgm:spPr/>
      <dgm:t>
        <a:bodyPr/>
        <a:lstStyle/>
        <a:p>
          <a:endParaRPr lang="en-US"/>
        </a:p>
      </dgm:t>
    </dgm:pt>
    <dgm:pt modelId="{080B4507-9A92-493C-8469-9664996E6BB4}">
      <dgm:prSet/>
      <dgm:spPr/>
      <dgm:t>
        <a:bodyPr/>
        <a:lstStyle/>
        <a:p>
          <a:r>
            <a:rPr lang="en-US"/>
            <a:t>- Database schema design</a:t>
          </a:r>
        </a:p>
      </dgm:t>
    </dgm:pt>
    <dgm:pt modelId="{79DE430E-49B9-44AB-AD46-C55FCDB6D9F7}" type="parTrans" cxnId="{7B53E962-3F63-47DF-9C88-55640F0ED942}">
      <dgm:prSet/>
      <dgm:spPr/>
      <dgm:t>
        <a:bodyPr/>
        <a:lstStyle/>
        <a:p>
          <a:endParaRPr lang="en-US"/>
        </a:p>
      </dgm:t>
    </dgm:pt>
    <dgm:pt modelId="{2C0C357A-FA0F-46D8-AABD-C0D9CB16D2B5}" type="sibTrans" cxnId="{7B53E962-3F63-47DF-9C88-55640F0ED942}">
      <dgm:prSet/>
      <dgm:spPr/>
      <dgm:t>
        <a:bodyPr/>
        <a:lstStyle/>
        <a:p>
          <a:endParaRPr lang="en-US"/>
        </a:p>
      </dgm:t>
    </dgm:pt>
    <dgm:pt modelId="{9BBADC73-69C5-49E0-86C6-D456D1391D29}">
      <dgm:prSet/>
      <dgm:spPr/>
      <dgm:t>
        <a:bodyPr/>
        <a:lstStyle/>
        <a:p>
          <a:r>
            <a:rPr lang="en-US"/>
            <a:t>Development Phase:</a:t>
          </a:r>
        </a:p>
      </dgm:t>
    </dgm:pt>
    <dgm:pt modelId="{468C6454-1347-435D-AA22-999F20F45DCB}" type="parTrans" cxnId="{DACC3763-9180-44E6-957E-9BFE434C0BFC}">
      <dgm:prSet/>
      <dgm:spPr/>
      <dgm:t>
        <a:bodyPr/>
        <a:lstStyle/>
        <a:p>
          <a:endParaRPr lang="en-US"/>
        </a:p>
      </dgm:t>
    </dgm:pt>
    <dgm:pt modelId="{5E32C8E2-9A58-4302-B541-A66190505063}" type="sibTrans" cxnId="{DACC3763-9180-44E6-957E-9BFE434C0BFC}">
      <dgm:prSet/>
      <dgm:spPr/>
      <dgm:t>
        <a:bodyPr/>
        <a:lstStyle/>
        <a:p>
          <a:endParaRPr lang="en-US"/>
        </a:p>
      </dgm:t>
    </dgm:pt>
    <dgm:pt modelId="{A1945561-9F75-451C-8F4C-C6B4BA872271}">
      <dgm:prSet/>
      <dgm:spPr/>
      <dgm:t>
        <a:bodyPr/>
        <a:lstStyle/>
        <a:p>
          <a:r>
            <a:rPr lang="en-US"/>
            <a:t>- Backend API development</a:t>
          </a:r>
        </a:p>
      </dgm:t>
    </dgm:pt>
    <dgm:pt modelId="{507C5E01-A04E-4954-BDB4-96632D5509D5}" type="parTrans" cxnId="{7A5B44B0-6EB7-4325-844D-AB4615A5E8EB}">
      <dgm:prSet/>
      <dgm:spPr/>
      <dgm:t>
        <a:bodyPr/>
        <a:lstStyle/>
        <a:p>
          <a:endParaRPr lang="en-US"/>
        </a:p>
      </dgm:t>
    </dgm:pt>
    <dgm:pt modelId="{7C9727C5-7CFF-4ABF-88CE-EDF7D12ACB37}" type="sibTrans" cxnId="{7A5B44B0-6EB7-4325-844D-AB4615A5E8EB}">
      <dgm:prSet/>
      <dgm:spPr/>
      <dgm:t>
        <a:bodyPr/>
        <a:lstStyle/>
        <a:p>
          <a:endParaRPr lang="en-US"/>
        </a:p>
      </dgm:t>
    </dgm:pt>
    <dgm:pt modelId="{C8245B06-D612-4464-8734-7CF2ADACFC9F}">
      <dgm:prSet/>
      <dgm:spPr/>
      <dgm:t>
        <a:bodyPr/>
        <a:lstStyle/>
        <a:p>
          <a:r>
            <a:rPr lang="en-US"/>
            <a:t>- Frontend integration</a:t>
          </a:r>
        </a:p>
      </dgm:t>
    </dgm:pt>
    <dgm:pt modelId="{DF9D05BA-A659-4D3A-AEE4-5A844A8DC895}" type="parTrans" cxnId="{64BD188D-9EE9-479E-98A9-EDFD781559E5}">
      <dgm:prSet/>
      <dgm:spPr/>
      <dgm:t>
        <a:bodyPr/>
        <a:lstStyle/>
        <a:p>
          <a:endParaRPr lang="en-US"/>
        </a:p>
      </dgm:t>
    </dgm:pt>
    <dgm:pt modelId="{ECD767F1-3D1D-4351-B31B-45CD82FF1AA9}" type="sibTrans" cxnId="{64BD188D-9EE9-479E-98A9-EDFD781559E5}">
      <dgm:prSet/>
      <dgm:spPr/>
      <dgm:t>
        <a:bodyPr/>
        <a:lstStyle/>
        <a:p>
          <a:endParaRPr lang="en-US"/>
        </a:p>
      </dgm:t>
    </dgm:pt>
    <dgm:pt modelId="{1F029A53-5489-445C-A81D-D1468B1DD89D}">
      <dgm:prSet/>
      <dgm:spPr/>
      <dgm:t>
        <a:bodyPr/>
        <a:lstStyle/>
        <a:p>
          <a:r>
            <a:rPr lang="en-US"/>
            <a:t>- Database connectivity</a:t>
          </a:r>
        </a:p>
      </dgm:t>
    </dgm:pt>
    <dgm:pt modelId="{AA75FC47-2B3F-4405-B287-7A6FB3888D8D}" type="parTrans" cxnId="{296FDEE1-B9C3-45D9-8ACE-A23C5D1296E1}">
      <dgm:prSet/>
      <dgm:spPr/>
      <dgm:t>
        <a:bodyPr/>
        <a:lstStyle/>
        <a:p>
          <a:endParaRPr lang="en-US"/>
        </a:p>
      </dgm:t>
    </dgm:pt>
    <dgm:pt modelId="{7697299E-4CBD-4AF8-86A7-239A8EBE172A}" type="sibTrans" cxnId="{296FDEE1-B9C3-45D9-8ACE-A23C5D1296E1}">
      <dgm:prSet/>
      <dgm:spPr/>
      <dgm:t>
        <a:bodyPr/>
        <a:lstStyle/>
        <a:p>
          <a:endParaRPr lang="en-US"/>
        </a:p>
      </dgm:t>
    </dgm:pt>
    <dgm:pt modelId="{8E0151BB-2F6A-455E-A6CA-86FA1B3B73EF}">
      <dgm:prSet/>
      <dgm:spPr/>
      <dgm:t>
        <a:bodyPr/>
        <a:lstStyle/>
        <a:p>
          <a:r>
            <a:rPr lang="en-US"/>
            <a:t>Testing Phase:</a:t>
          </a:r>
        </a:p>
      </dgm:t>
    </dgm:pt>
    <dgm:pt modelId="{B1CF763D-B3D4-4179-979D-4B810A745C2E}" type="parTrans" cxnId="{E7A08284-F95C-49BF-AE47-1C60B38E54F6}">
      <dgm:prSet/>
      <dgm:spPr/>
      <dgm:t>
        <a:bodyPr/>
        <a:lstStyle/>
        <a:p>
          <a:endParaRPr lang="en-US"/>
        </a:p>
      </dgm:t>
    </dgm:pt>
    <dgm:pt modelId="{4DAC378B-642E-4C43-96A3-AD7704374C6F}" type="sibTrans" cxnId="{E7A08284-F95C-49BF-AE47-1C60B38E54F6}">
      <dgm:prSet/>
      <dgm:spPr/>
      <dgm:t>
        <a:bodyPr/>
        <a:lstStyle/>
        <a:p>
          <a:endParaRPr lang="en-US"/>
        </a:p>
      </dgm:t>
    </dgm:pt>
    <dgm:pt modelId="{8C88249E-8BF2-497C-9203-8889954359B4}">
      <dgm:prSet/>
      <dgm:spPr/>
      <dgm:t>
        <a:bodyPr/>
        <a:lstStyle/>
        <a:p>
          <a:r>
            <a:rPr lang="en-US"/>
            <a:t>- Unit testing</a:t>
          </a:r>
        </a:p>
      </dgm:t>
    </dgm:pt>
    <dgm:pt modelId="{F1D0DB05-C4A9-4355-9DDE-4868F29B8CEE}" type="parTrans" cxnId="{05131830-0C50-45B8-84A3-9341A1F8C20A}">
      <dgm:prSet/>
      <dgm:spPr/>
      <dgm:t>
        <a:bodyPr/>
        <a:lstStyle/>
        <a:p>
          <a:endParaRPr lang="en-US"/>
        </a:p>
      </dgm:t>
    </dgm:pt>
    <dgm:pt modelId="{D9DCF08A-B31B-4FF6-8F52-F8F5E748C8F4}" type="sibTrans" cxnId="{05131830-0C50-45B8-84A3-9341A1F8C20A}">
      <dgm:prSet/>
      <dgm:spPr/>
      <dgm:t>
        <a:bodyPr/>
        <a:lstStyle/>
        <a:p>
          <a:endParaRPr lang="en-US"/>
        </a:p>
      </dgm:t>
    </dgm:pt>
    <dgm:pt modelId="{CD83EB6F-2DBA-4D22-B80C-509D67FF9BFD}">
      <dgm:prSet/>
      <dgm:spPr/>
      <dgm:t>
        <a:bodyPr/>
        <a:lstStyle/>
        <a:p>
          <a:r>
            <a:rPr lang="en-US"/>
            <a:t>- Integration testing</a:t>
          </a:r>
        </a:p>
      </dgm:t>
    </dgm:pt>
    <dgm:pt modelId="{80B2145F-7E42-40C0-BF46-8D3FF7551E52}" type="parTrans" cxnId="{CF624691-68D6-4FF0-AF3E-100E5B8D7ABC}">
      <dgm:prSet/>
      <dgm:spPr/>
      <dgm:t>
        <a:bodyPr/>
        <a:lstStyle/>
        <a:p>
          <a:endParaRPr lang="en-US"/>
        </a:p>
      </dgm:t>
    </dgm:pt>
    <dgm:pt modelId="{1CD27226-82C7-481F-A86A-D3ECED2CC503}" type="sibTrans" cxnId="{CF624691-68D6-4FF0-AF3E-100E5B8D7ABC}">
      <dgm:prSet/>
      <dgm:spPr/>
      <dgm:t>
        <a:bodyPr/>
        <a:lstStyle/>
        <a:p>
          <a:endParaRPr lang="en-US"/>
        </a:p>
      </dgm:t>
    </dgm:pt>
    <dgm:pt modelId="{4B69B344-1F38-469C-AC06-72D74C9586EB}">
      <dgm:prSet/>
      <dgm:spPr/>
      <dgm:t>
        <a:bodyPr/>
        <a:lstStyle/>
        <a:p>
          <a:r>
            <a:rPr lang="en-US"/>
            <a:t>Deployment Phase:</a:t>
          </a:r>
        </a:p>
      </dgm:t>
    </dgm:pt>
    <dgm:pt modelId="{00934804-E9CA-40FC-927E-CB6646910C44}" type="parTrans" cxnId="{57851424-7D6A-4258-89D8-313C87946980}">
      <dgm:prSet/>
      <dgm:spPr/>
      <dgm:t>
        <a:bodyPr/>
        <a:lstStyle/>
        <a:p>
          <a:endParaRPr lang="en-US"/>
        </a:p>
      </dgm:t>
    </dgm:pt>
    <dgm:pt modelId="{137C7672-7562-4206-9D1C-6940E3782A56}" type="sibTrans" cxnId="{57851424-7D6A-4258-89D8-313C87946980}">
      <dgm:prSet/>
      <dgm:spPr/>
      <dgm:t>
        <a:bodyPr/>
        <a:lstStyle/>
        <a:p>
          <a:endParaRPr lang="en-US"/>
        </a:p>
      </dgm:t>
    </dgm:pt>
    <dgm:pt modelId="{198668FB-2FCD-4041-A20D-AC8684229A53}">
      <dgm:prSet/>
      <dgm:spPr/>
      <dgm:t>
        <a:bodyPr/>
        <a:lstStyle/>
        <a:p>
          <a:r>
            <a:rPr lang="en-US"/>
            <a:t>- Cloud hosting</a:t>
          </a:r>
        </a:p>
      </dgm:t>
    </dgm:pt>
    <dgm:pt modelId="{B16171AD-57D2-4F39-ACED-4578FC636FC4}" type="parTrans" cxnId="{D3F3A4A3-0011-48A7-AF16-7E2681BF211E}">
      <dgm:prSet/>
      <dgm:spPr/>
      <dgm:t>
        <a:bodyPr/>
        <a:lstStyle/>
        <a:p>
          <a:endParaRPr lang="en-US"/>
        </a:p>
      </dgm:t>
    </dgm:pt>
    <dgm:pt modelId="{4F685C66-B73D-4687-A267-878294037825}" type="sibTrans" cxnId="{D3F3A4A3-0011-48A7-AF16-7E2681BF211E}">
      <dgm:prSet/>
      <dgm:spPr/>
      <dgm:t>
        <a:bodyPr/>
        <a:lstStyle/>
        <a:p>
          <a:endParaRPr lang="en-US"/>
        </a:p>
      </dgm:t>
    </dgm:pt>
    <dgm:pt modelId="{3F7873A2-33AE-4350-A251-EEC2030F227A}">
      <dgm:prSet/>
      <dgm:spPr/>
      <dgm:t>
        <a:bodyPr/>
        <a:lstStyle/>
        <a:p>
          <a:r>
            <a:rPr lang="en-US"/>
            <a:t>- Final rollout</a:t>
          </a:r>
        </a:p>
      </dgm:t>
    </dgm:pt>
    <dgm:pt modelId="{5421B7CB-B599-4E42-B47F-C33B82369DAF}" type="parTrans" cxnId="{0BA6275E-5985-4710-A05A-01A934FEEF11}">
      <dgm:prSet/>
      <dgm:spPr/>
      <dgm:t>
        <a:bodyPr/>
        <a:lstStyle/>
        <a:p>
          <a:endParaRPr lang="en-US"/>
        </a:p>
      </dgm:t>
    </dgm:pt>
    <dgm:pt modelId="{AF875F0D-57BE-453D-8482-96D13DDE721B}" type="sibTrans" cxnId="{0BA6275E-5985-4710-A05A-01A934FEEF11}">
      <dgm:prSet/>
      <dgm:spPr/>
      <dgm:t>
        <a:bodyPr/>
        <a:lstStyle/>
        <a:p>
          <a:endParaRPr lang="en-US"/>
        </a:p>
      </dgm:t>
    </dgm:pt>
    <dgm:pt modelId="{979FBB42-5918-4FD0-B632-E6263C87FB9E}">
      <dgm:prSet/>
      <dgm:spPr/>
      <dgm:t>
        <a:bodyPr/>
        <a:lstStyle/>
        <a:p>
          <a:r>
            <a:rPr lang="en-US"/>
            <a:t>Estimated Duration: 4–6 Weeks</a:t>
          </a:r>
        </a:p>
      </dgm:t>
    </dgm:pt>
    <dgm:pt modelId="{DF4F39EB-644C-4F94-B332-7E9EE23A8138}" type="parTrans" cxnId="{02EF927D-71A5-4DC3-94F1-314510B42BF6}">
      <dgm:prSet/>
      <dgm:spPr/>
      <dgm:t>
        <a:bodyPr/>
        <a:lstStyle/>
        <a:p>
          <a:endParaRPr lang="en-US"/>
        </a:p>
      </dgm:t>
    </dgm:pt>
    <dgm:pt modelId="{C060CAC8-84B0-4712-AA53-AD73F07C01C1}" type="sibTrans" cxnId="{02EF927D-71A5-4DC3-94F1-314510B42BF6}">
      <dgm:prSet/>
      <dgm:spPr/>
      <dgm:t>
        <a:bodyPr/>
        <a:lstStyle/>
        <a:p>
          <a:endParaRPr lang="en-US"/>
        </a:p>
      </dgm:t>
    </dgm:pt>
    <dgm:pt modelId="{8516F53F-1EA0-4DAB-9FC9-0A6877F28712}" type="pres">
      <dgm:prSet presAssocID="{534531AA-6F54-45CE-A65D-CF0B4EF4B220}" presName="Name0" presStyleCnt="0">
        <dgm:presLayoutVars>
          <dgm:dir/>
          <dgm:resizeHandles val="exact"/>
        </dgm:presLayoutVars>
      </dgm:prSet>
      <dgm:spPr/>
    </dgm:pt>
    <dgm:pt modelId="{C627ECD6-DCE1-4071-A32F-C1F75CA2C997}" type="pres">
      <dgm:prSet presAssocID="{6EC57784-B743-4C09-B6A8-6D4CD885FF52}" presName="node" presStyleLbl="node1" presStyleIdx="0" presStyleCnt="15">
        <dgm:presLayoutVars>
          <dgm:bulletEnabled val="1"/>
        </dgm:presLayoutVars>
      </dgm:prSet>
      <dgm:spPr/>
    </dgm:pt>
    <dgm:pt modelId="{8F8DD07E-45D8-4299-8FE5-663379AB0AD1}" type="pres">
      <dgm:prSet presAssocID="{9695BB3A-9D23-4202-9FED-AAE613854514}" presName="sibTrans" presStyleLbl="sibTrans1D1" presStyleIdx="0" presStyleCnt="14"/>
      <dgm:spPr/>
    </dgm:pt>
    <dgm:pt modelId="{4EE95B8E-6B56-4305-94F2-1848BF343BD1}" type="pres">
      <dgm:prSet presAssocID="{9695BB3A-9D23-4202-9FED-AAE613854514}" presName="connectorText" presStyleLbl="sibTrans1D1" presStyleIdx="0" presStyleCnt="14"/>
      <dgm:spPr/>
    </dgm:pt>
    <dgm:pt modelId="{17105A24-EF96-4322-A8A6-ED52DC1DDFC8}" type="pres">
      <dgm:prSet presAssocID="{907A3335-A4EA-4C55-9FBF-5F99DD682EB2}" presName="node" presStyleLbl="node1" presStyleIdx="1" presStyleCnt="15">
        <dgm:presLayoutVars>
          <dgm:bulletEnabled val="1"/>
        </dgm:presLayoutVars>
      </dgm:prSet>
      <dgm:spPr/>
    </dgm:pt>
    <dgm:pt modelId="{D16E9E7E-4795-4D97-BC3D-938CB6524F64}" type="pres">
      <dgm:prSet presAssocID="{F5A99765-69C6-4CA2-91D8-871BF1351109}" presName="sibTrans" presStyleLbl="sibTrans1D1" presStyleIdx="1" presStyleCnt="14"/>
      <dgm:spPr/>
    </dgm:pt>
    <dgm:pt modelId="{D375AFDF-2A32-451E-A119-425D68E4DC1B}" type="pres">
      <dgm:prSet presAssocID="{F5A99765-69C6-4CA2-91D8-871BF1351109}" presName="connectorText" presStyleLbl="sibTrans1D1" presStyleIdx="1" presStyleCnt="14"/>
      <dgm:spPr/>
    </dgm:pt>
    <dgm:pt modelId="{1EC01A19-A6A3-49C3-8438-3C12696D727F}" type="pres">
      <dgm:prSet presAssocID="{7627C5ED-4F34-4463-A47A-8E211392C7D9}" presName="node" presStyleLbl="node1" presStyleIdx="2" presStyleCnt="15">
        <dgm:presLayoutVars>
          <dgm:bulletEnabled val="1"/>
        </dgm:presLayoutVars>
      </dgm:prSet>
      <dgm:spPr/>
    </dgm:pt>
    <dgm:pt modelId="{67EBC619-1B0F-467A-A884-4669BE77FF02}" type="pres">
      <dgm:prSet presAssocID="{783B4D56-8F8D-4695-AAD5-280877BED750}" presName="sibTrans" presStyleLbl="sibTrans1D1" presStyleIdx="2" presStyleCnt="14"/>
      <dgm:spPr/>
    </dgm:pt>
    <dgm:pt modelId="{1790D5F4-EB81-42DC-9898-38D03A205D3F}" type="pres">
      <dgm:prSet presAssocID="{783B4D56-8F8D-4695-AAD5-280877BED750}" presName="connectorText" presStyleLbl="sibTrans1D1" presStyleIdx="2" presStyleCnt="14"/>
      <dgm:spPr/>
    </dgm:pt>
    <dgm:pt modelId="{87E2A39C-BF88-44C9-B460-A3AEA0A1426A}" type="pres">
      <dgm:prSet presAssocID="{080B4507-9A92-493C-8469-9664996E6BB4}" presName="node" presStyleLbl="node1" presStyleIdx="3" presStyleCnt="15">
        <dgm:presLayoutVars>
          <dgm:bulletEnabled val="1"/>
        </dgm:presLayoutVars>
      </dgm:prSet>
      <dgm:spPr/>
    </dgm:pt>
    <dgm:pt modelId="{5B3DCB56-16F1-4298-A77C-33334C05B3D7}" type="pres">
      <dgm:prSet presAssocID="{2C0C357A-FA0F-46D8-AABD-C0D9CB16D2B5}" presName="sibTrans" presStyleLbl="sibTrans1D1" presStyleIdx="3" presStyleCnt="14"/>
      <dgm:spPr/>
    </dgm:pt>
    <dgm:pt modelId="{25E1C0FF-AD45-4235-91A8-0739FD270DE1}" type="pres">
      <dgm:prSet presAssocID="{2C0C357A-FA0F-46D8-AABD-C0D9CB16D2B5}" presName="connectorText" presStyleLbl="sibTrans1D1" presStyleIdx="3" presStyleCnt="14"/>
      <dgm:spPr/>
    </dgm:pt>
    <dgm:pt modelId="{62E72841-E310-4D95-9E6D-9FEEEC9B772A}" type="pres">
      <dgm:prSet presAssocID="{9BBADC73-69C5-49E0-86C6-D456D1391D29}" presName="node" presStyleLbl="node1" presStyleIdx="4" presStyleCnt="15">
        <dgm:presLayoutVars>
          <dgm:bulletEnabled val="1"/>
        </dgm:presLayoutVars>
      </dgm:prSet>
      <dgm:spPr/>
    </dgm:pt>
    <dgm:pt modelId="{D342E6C2-7012-452D-9C9D-C2FF45483119}" type="pres">
      <dgm:prSet presAssocID="{5E32C8E2-9A58-4302-B541-A66190505063}" presName="sibTrans" presStyleLbl="sibTrans1D1" presStyleIdx="4" presStyleCnt="14"/>
      <dgm:spPr/>
    </dgm:pt>
    <dgm:pt modelId="{80D4A77E-4B68-422E-887B-2FA3379526FB}" type="pres">
      <dgm:prSet presAssocID="{5E32C8E2-9A58-4302-B541-A66190505063}" presName="connectorText" presStyleLbl="sibTrans1D1" presStyleIdx="4" presStyleCnt="14"/>
      <dgm:spPr/>
    </dgm:pt>
    <dgm:pt modelId="{840761FD-94FB-4375-8C61-08FCB206A7B6}" type="pres">
      <dgm:prSet presAssocID="{A1945561-9F75-451C-8F4C-C6B4BA872271}" presName="node" presStyleLbl="node1" presStyleIdx="5" presStyleCnt="15">
        <dgm:presLayoutVars>
          <dgm:bulletEnabled val="1"/>
        </dgm:presLayoutVars>
      </dgm:prSet>
      <dgm:spPr/>
    </dgm:pt>
    <dgm:pt modelId="{3C507F83-7C57-45AB-BF2A-6438FAB856E5}" type="pres">
      <dgm:prSet presAssocID="{7C9727C5-7CFF-4ABF-88CE-EDF7D12ACB37}" presName="sibTrans" presStyleLbl="sibTrans1D1" presStyleIdx="5" presStyleCnt="14"/>
      <dgm:spPr/>
    </dgm:pt>
    <dgm:pt modelId="{990F27CA-2F65-4F68-999C-19BFA66F3582}" type="pres">
      <dgm:prSet presAssocID="{7C9727C5-7CFF-4ABF-88CE-EDF7D12ACB37}" presName="connectorText" presStyleLbl="sibTrans1D1" presStyleIdx="5" presStyleCnt="14"/>
      <dgm:spPr/>
    </dgm:pt>
    <dgm:pt modelId="{926EB491-6379-483E-9342-0A707312BCBD}" type="pres">
      <dgm:prSet presAssocID="{C8245B06-D612-4464-8734-7CF2ADACFC9F}" presName="node" presStyleLbl="node1" presStyleIdx="6" presStyleCnt="15">
        <dgm:presLayoutVars>
          <dgm:bulletEnabled val="1"/>
        </dgm:presLayoutVars>
      </dgm:prSet>
      <dgm:spPr/>
    </dgm:pt>
    <dgm:pt modelId="{9093FA07-2232-4BF9-9A0D-82F2AACDE204}" type="pres">
      <dgm:prSet presAssocID="{ECD767F1-3D1D-4351-B31B-45CD82FF1AA9}" presName="sibTrans" presStyleLbl="sibTrans1D1" presStyleIdx="6" presStyleCnt="14"/>
      <dgm:spPr/>
    </dgm:pt>
    <dgm:pt modelId="{33BA92D0-BBDD-4792-ABD9-8B613C20F67B}" type="pres">
      <dgm:prSet presAssocID="{ECD767F1-3D1D-4351-B31B-45CD82FF1AA9}" presName="connectorText" presStyleLbl="sibTrans1D1" presStyleIdx="6" presStyleCnt="14"/>
      <dgm:spPr/>
    </dgm:pt>
    <dgm:pt modelId="{7D13E6C1-97C6-49D9-904C-264DD35D0B43}" type="pres">
      <dgm:prSet presAssocID="{1F029A53-5489-445C-A81D-D1468B1DD89D}" presName="node" presStyleLbl="node1" presStyleIdx="7" presStyleCnt="15">
        <dgm:presLayoutVars>
          <dgm:bulletEnabled val="1"/>
        </dgm:presLayoutVars>
      </dgm:prSet>
      <dgm:spPr/>
    </dgm:pt>
    <dgm:pt modelId="{26C8D009-7A9D-4AA2-BB82-421EB300260A}" type="pres">
      <dgm:prSet presAssocID="{7697299E-4CBD-4AF8-86A7-239A8EBE172A}" presName="sibTrans" presStyleLbl="sibTrans1D1" presStyleIdx="7" presStyleCnt="14"/>
      <dgm:spPr/>
    </dgm:pt>
    <dgm:pt modelId="{368E3DFB-671B-427C-AE36-3FFBD5906E72}" type="pres">
      <dgm:prSet presAssocID="{7697299E-4CBD-4AF8-86A7-239A8EBE172A}" presName="connectorText" presStyleLbl="sibTrans1D1" presStyleIdx="7" presStyleCnt="14"/>
      <dgm:spPr/>
    </dgm:pt>
    <dgm:pt modelId="{EFD9EA37-2B71-41BE-A58E-623B7160CBE5}" type="pres">
      <dgm:prSet presAssocID="{8E0151BB-2F6A-455E-A6CA-86FA1B3B73EF}" presName="node" presStyleLbl="node1" presStyleIdx="8" presStyleCnt="15">
        <dgm:presLayoutVars>
          <dgm:bulletEnabled val="1"/>
        </dgm:presLayoutVars>
      </dgm:prSet>
      <dgm:spPr/>
    </dgm:pt>
    <dgm:pt modelId="{27B47F68-E535-4C41-BA70-B5D4850E3686}" type="pres">
      <dgm:prSet presAssocID="{4DAC378B-642E-4C43-96A3-AD7704374C6F}" presName="sibTrans" presStyleLbl="sibTrans1D1" presStyleIdx="8" presStyleCnt="14"/>
      <dgm:spPr/>
    </dgm:pt>
    <dgm:pt modelId="{6184A560-B0BF-42F7-85C3-D31463FE0034}" type="pres">
      <dgm:prSet presAssocID="{4DAC378B-642E-4C43-96A3-AD7704374C6F}" presName="connectorText" presStyleLbl="sibTrans1D1" presStyleIdx="8" presStyleCnt="14"/>
      <dgm:spPr/>
    </dgm:pt>
    <dgm:pt modelId="{F66C2653-FCD9-4334-84F5-520B11D32799}" type="pres">
      <dgm:prSet presAssocID="{8C88249E-8BF2-497C-9203-8889954359B4}" presName="node" presStyleLbl="node1" presStyleIdx="9" presStyleCnt="15">
        <dgm:presLayoutVars>
          <dgm:bulletEnabled val="1"/>
        </dgm:presLayoutVars>
      </dgm:prSet>
      <dgm:spPr/>
    </dgm:pt>
    <dgm:pt modelId="{E6C76A4A-70C2-4330-B5FF-678B379B8753}" type="pres">
      <dgm:prSet presAssocID="{D9DCF08A-B31B-4FF6-8F52-F8F5E748C8F4}" presName="sibTrans" presStyleLbl="sibTrans1D1" presStyleIdx="9" presStyleCnt="14"/>
      <dgm:spPr/>
    </dgm:pt>
    <dgm:pt modelId="{3BC2DC2D-95BB-4E44-9678-D60BCE260CDD}" type="pres">
      <dgm:prSet presAssocID="{D9DCF08A-B31B-4FF6-8F52-F8F5E748C8F4}" presName="connectorText" presStyleLbl="sibTrans1D1" presStyleIdx="9" presStyleCnt="14"/>
      <dgm:spPr/>
    </dgm:pt>
    <dgm:pt modelId="{949B67A8-1B77-4225-BFA3-6F7EF1CBB8BD}" type="pres">
      <dgm:prSet presAssocID="{CD83EB6F-2DBA-4D22-B80C-509D67FF9BFD}" presName="node" presStyleLbl="node1" presStyleIdx="10" presStyleCnt="15">
        <dgm:presLayoutVars>
          <dgm:bulletEnabled val="1"/>
        </dgm:presLayoutVars>
      </dgm:prSet>
      <dgm:spPr/>
    </dgm:pt>
    <dgm:pt modelId="{285878A6-8A7D-41C8-B169-DBC395470AEE}" type="pres">
      <dgm:prSet presAssocID="{1CD27226-82C7-481F-A86A-D3ECED2CC503}" presName="sibTrans" presStyleLbl="sibTrans1D1" presStyleIdx="10" presStyleCnt="14"/>
      <dgm:spPr/>
    </dgm:pt>
    <dgm:pt modelId="{D854A4B0-BC36-4AC4-80D9-E75ECCC89085}" type="pres">
      <dgm:prSet presAssocID="{1CD27226-82C7-481F-A86A-D3ECED2CC503}" presName="connectorText" presStyleLbl="sibTrans1D1" presStyleIdx="10" presStyleCnt="14"/>
      <dgm:spPr/>
    </dgm:pt>
    <dgm:pt modelId="{9B56F24A-CB91-411F-8307-37551FEFDD6A}" type="pres">
      <dgm:prSet presAssocID="{4B69B344-1F38-469C-AC06-72D74C9586EB}" presName="node" presStyleLbl="node1" presStyleIdx="11" presStyleCnt="15">
        <dgm:presLayoutVars>
          <dgm:bulletEnabled val="1"/>
        </dgm:presLayoutVars>
      </dgm:prSet>
      <dgm:spPr/>
    </dgm:pt>
    <dgm:pt modelId="{34657325-0C66-4A2B-B628-544C56CB1580}" type="pres">
      <dgm:prSet presAssocID="{137C7672-7562-4206-9D1C-6940E3782A56}" presName="sibTrans" presStyleLbl="sibTrans1D1" presStyleIdx="11" presStyleCnt="14"/>
      <dgm:spPr/>
    </dgm:pt>
    <dgm:pt modelId="{6D16F78C-611C-45C9-B896-5BC8E6B18E15}" type="pres">
      <dgm:prSet presAssocID="{137C7672-7562-4206-9D1C-6940E3782A56}" presName="connectorText" presStyleLbl="sibTrans1D1" presStyleIdx="11" presStyleCnt="14"/>
      <dgm:spPr/>
    </dgm:pt>
    <dgm:pt modelId="{C32816CA-A932-4798-A43A-C2D7AB099871}" type="pres">
      <dgm:prSet presAssocID="{198668FB-2FCD-4041-A20D-AC8684229A53}" presName="node" presStyleLbl="node1" presStyleIdx="12" presStyleCnt="15">
        <dgm:presLayoutVars>
          <dgm:bulletEnabled val="1"/>
        </dgm:presLayoutVars>
      </dgm:prSet>
      <dgm:spPr/>
    </dgm:pt>
    <dgm:pt modelId="{0E975F57-BED5-4E59-89A1-191A49605BA3}" type="pres">
      <dgm:prSet presAssocID="{4F685C66-B73D-4687-A267-878294037825}" presName="sibTrans" presStyleLbl="sibTrans1D1" presStyleIdx="12" presStyleCnt="14"/>
      <dgm:spPr/>
    </dgm:pt>
    <dgm:pt modelId="{9EC39DEF-7559-49DE-890D-F37C9FE0005D}" type="pres">
      <dgm:prSet presAssocID="{4F685C66-B73D-4687-A267-878294037825}" presName="connectorText" presStyleLbl="sibTrans1D1" presStyleIdx="12" presStyleCnt="14"/>
      <dgm:spPr/>
    </dgm:pt>
    <dgm:pt modelId="{8E8AF628-67F9-4B33-B2C8-D900DF3D31C1}" type="pres">
      <dgm:prSet presAssocID="{3F7873A2-33AE-4350-A251-EEC2030F227A}" presName="node" presStyleLbl="node1" presStyleIdx="13" presStyleCnt="15">
        <dgm:presLayoutVars>
          <dgm:bulletEnabled val="1"/>
        </dgm:presLayoutVars>
      </dgm:prSet>
      <dgm:spPr/>
    </dgm:pt>
    <dgm:pt modelId="{5450DA25-B0F6-4E06-AE55-4CE823FE1CCD}" type="pres">
      <dgm:prSet presAssocID="{AF875F0D-57BE-453D-8482-96D13DDE721B}" presName="sibTrans" presStyleLbl="sibTrans1D1" presStyleIdx="13" presStyleCnt="14"/>
      <dgm:spPr/>
    </dgm:pt>
    <dgm:pt modelId="{A699E19B-213E-45DF-904E-AC97A7845B03}" type="pres">
      <dgm:prSet presAssocID="{AF875F0D-57BE-453D-8482-96D13DDE721B}" presName="connectorText" presStyleLbl="sibTrans1D1" presStyleIdx="13" presStyleCnt="14"/>
      <dgm:spPr/>
    </dgm:pt>
    <dgm:pt modelId="{96439682-49A4-4512-9267-EFBEBADF3331}" type="pres">
      <dgm:prSet presAssocID="{979FBB42-5918-4FD0-B632-E6263C87FB9E}" presName="node" presStyleLbl="node1" presStyleIdx="14" presStyleCnt="15">
        <dgm:presLayoutVars>
          <dgm:bulletEnabled val="1"/>
        </dgm:presLayoutVars>
      </dgm:prSet>
      <dgm:spPr/>
    </dgm:pt>
  </dgm:ptLst>
  <dgm:cxnLst>
    <dgm:cxn modelId="{A8B34D00-D636-40EB-8F8F-80ED83DA5E8F}" type="presOf" srcId="{7627C5ED-4F34-4463-A47A-8E211392C7D9}" destId="{1EC01A19-A6A3-49C3-8438-3C12696D727F}" srcOrd="0" destOrd="0" presId="urn:microsoft.com/office/officeart/2016/7/layout/RepeatingBendingProcessNew"/>
    <dgm:cxn modelId="{98479601-45F0-4ECA-8188-75CA11D70BF4}" type="presOf" srcId="{9BBADC73-69C5-49E0-86C6-D456D1391D29}" destId="{62E72841-E310-4D95-9E6D-9FEEEC9B772A}" srcOrd="0" destOrd="0" presId="urn:microsoft.com/office/officeart/2016/7/layout/RepeatingBendingProcessNew"/>
    <dgm:cxn modelId="{769E3907-9C1B-4FBE-A755-F3D919DBD0BE}" type="presOf" srcId="{8C88249E-8BF2-497C-9203-8889954359B4}" destId="{F66C2653-FCD9-4334-84F5-520B11D32799}" srcOrd="0" destOrd="0" presId="urn:microsoft.com/office/officeart/2016/7/layout/RepeatingBendingProcessNew"/>
    <dgm:cxn modelId="{29DA960A-82EA-4D1B-9AFC-4A183EFC9A0A}" type="presOf" srcId="{2C0C357A-FA0F-46D8-AABD-C0D9CB16D2B5}" destId="{5B3DCB56-16F1-4298-A77C-33334C05B3D7}" srcOrd="0" destOrd="0" presId="urn:microsoft.com/office/officeart/2016/7/layout/RepeatingBendingProcessNew"/>
    <dgm:cxn modelId="{46A1EB0B-BDA2-457C-8C7F-1B1E3309AA64}" type="presOf" srcId="{1CD27226-82C7-481F-A86A-D3ECED2CC503}" destId="{285878A6-8A7D-41C8-B169-DBC395470AEE}" srcOrd="0" destOrd="0" presId="urn:microsoft.com/office/officeart/2016/7/layout/RepeatingBendingProcessNew"/>
    <dgm:cxn modelId="{96D4D010-D80A-4D97-84EA-04354ECEF457}" type="presOf" srcId="{3F7873A2-33AE-4350-A251-EEC2030F227A}" destId="{8E8AF628-67F9-4B33-B2C8-D900DF3D31C1}" srcOrd="0" destOrd="0" presId="urn:microsoft.com/office/officeart/2016/7/layout/RepeatingBendingProcessNew"/>
    <dgm:cxn modelId="{ACE27419-B3AF-49AB-A730-C5674D817BC4}" type="presOf" srcId="{D9DCF08A-B31B-4FF6-8F52-F8F5E748C8F4}" destId="{3BC2DC2D-95BB-4E44-9678-D60BCE260CDD}" srcOrd="1" destOrd="0" presId="urn:microsoft.com/office/officeart/2016/7/layout/RepeatingBendingProcessNew"/>
    <dgm:cxn modelId="{0496281D-0627-4468-BDD3-791BAA025DDA}" type="presOf" srcId="{8E0151BB-2F6A-455E-A6CA-86FA1B3B73EF}" destId="{EFD9EA37-2B71-41BE-A58E-623B7160CBE5}" srcOrd="0" destOrd="0" presId="urn:microsoft.com/office/officeart/2016/7/layout/RepeatingBendingProcessNew"/>
    <dgm:cxn modelId="{F8736D1D-5EB2-41D5-88DE-5DD890F10787}" type="presOf" srcId="{4B69B344-1F38-469C-AC06-72D74C9586EB}" destId="{9B56F24A-CB91-411F-8307-37551FEFDD6A}" srcOrd="0" destOrd="0" presId="urn:microsoft.com/office/officeart/2016/7/layout/RepeatingBendingProcessNew"/>
    <dgm:cxn modelId="{A91C311F-19B7-4546-9597-E5CB5D9A9D4C}" type="presOf" srcId="{4DAC378B-642E-4C43-96A3-AD7704374C6F}" destId="{6184A560-B0BF-42F7-85C3-D31463FE0034}" srcOrd="1" destOrd="0" presId="urn:microsoft.com/office/officeart/2016/7/layout/RepeatingBendingProcessNew"/>
    <dgm:cxn modelId="{57851424-7D6A-4258-89D8-313C87946980}" srcId="{534531AA-6F54-45CE-A65D-CF0B4EF4B220}" destId="{4B69B344-1F38-469C-AC06-72D74C9586EB}" srcOrd="11" destOrd="0" parTransId="{00934804-E9CA-40FC-927E-CB6646910C44}" sibTransId="{137C7672-7562-4206-9D1C-6940E3782A56}"/>
    <dgm:cxn modelId="{5D76C028-091A-43A3-A2AE-D9A6EAFA6EED}" type="presOf" srcId="{979FBB42-5918-4FD0-B632-E6263C87FB9E}" destId="{96439682-49A4-4512-9267-EFBEBADF3331}" srcOrd="0" destOrd="0" presId="urn:microsoft.com/office/officeart/2016/7/layout/RepeatingBendingProcessNew"/>
    <dgm:cxn modelId="{681BAC2C-EF46-42AD-80B7-CFCB83CC08B8}" type="presOf" srcId="{783B4D56-8F8D-4695-AAD5-280877BED750}" destId="{67EBC619-1B0F-467A-A884-4669BE77FF02}" srcOrd="0" destOrd="0" presId="urn:microsoft.com/office/officeart/2016/7/layout/RepeatingBendingProcessNew"/>
    <dgm:cxn modelId="{05131830-0C50-45B8-84A3-9341A1F8C20A}" srcId="{534531AA-6F54-45CE-A65D-CF0B4EF4B220}" destId="{8C88249E-8BF2-497C-9203-8889954359B4}" srcOrd="9" destOrd="0" parTransId="{F1D0DB05-C4A9-4355-9DDE-4868F29B8CEE}" sibTransId="{D9DCF08A-B31B-4FF6-8F52-F8F5E748C8F4}"/>
    <dgm:cxn modelId="{2E79BC36-019F-4173-BAF5-A79B0B7A1007}" type="presOf" srcId="{AF875F0D-57BE-453D-8482-96D13DDE721B}" destId="{A699E19B-213E-45DF-904E-AC97A7845B03}" srcOrd="1" destOrd="0" presId="urn:microsoft.com/office/officeart/2016/7/layout/RepeatingBendingProcessNew"/>
    <dgm:cxn modelId="{CFF7EB3D-14E2-4CBF-BE72-BBB482121C4C}" type="presOf" srcId="{C8245B06-D612-4464-8734-7CF2ADACFC9F}" destId="{926EB491-6379-483E-9342-0A707312BCBD}" srcOrd="0" destOrd="0" presId="urn:microsoft.com/office/officeart/2016/7/layout/RepeatingBendingProcessNew"/>
    <dgm:cxn modelId="{CB07563E-E781-4747-BD9D-8D2F80D1BF24}" type="presOf" srcId="{7697299E-4CBD-4AF8-86A7-239A8EBE172A}" destId="{368E3DFB-671B-427C-AE36-3FFBD5906E72}" srcOrd="1" destOrd="0" presId="urn:microsoft.com/office/officeart/2016/7/layout/RepeatingBendingProcessNew"/>
    <dgm:cxn modelId="{667D565D-2669-43FA-8DB4-DDBA72AD5F6C}" type="presOf" srcId="{137C7672-7562-4206-9D1C-6940E3782A56}" destId="{6D16F78C-611C-45C9-B896-5BC8E6B18E15}" srcOrd="1" destOrd="0" presId="urn:microsoft.com/office/officeart/2016/7/layout/RepeatingBendingProcessNew"/>
    <dgm:cxn modelId="{0BA6275E-5985-4710-A05A-01A934FEEF11}" srcId="{534531AA-6F54-45CE-A65D-CF0B4EF4B220}" destId="{3F7873A2-33AE-4350-A251-EEC2030F227A}" srcOrd="13" destOrd="0" parTransId="{5421B7CB-B599-4E42-B47F-C33B82369DAF}" sibTransId="{AF875F0D-57BE-453D-8482-96D13DDE721B}"/>
    <dgm:cxn modelId="{5B4C575F-216C-4271-A655-262F36D9B468}" type="presOf" srcId="{4F685C66-B73D-4687-A267-878294037825}" destId="{9EC39DEF-7559-49DE-890D-F37C9FE0005D}" srcOrd="1" destOrd="0" presId="urn:microsoft.com/office/officeart/2016/7/layout/RepeatingBendingProcessNew"/>
    <dgm:cxn modelId="{7B53E962-3F63-47DF-9C88-55640F0ED942}" srcId="{534531AA-6F54-45CE-A65D-CF0B4EF4B220}" destId="{080B4507-9A92-493C-8469-9664996E6BB4}" srcOrd="3" destOrd="0" parTransId="{79DE430E-49B9-44AB-AD46-C55FCDB6D9F7}" sibTransId="{2C0C357A-FA0F-46D8-AABD-C0D9CB16D2B5}"/>
    <dgm:cxn modelId="{DACC3763-9180-44E6-957E-9BFE434C0BFC}" srcId="{534531AA-6F54-45CE-A65D-CF0B4EF4B220}" destId="{9BBADC73-69C5-49E0-86C6-D456D1391D29}" srcOrd="4" destOrd="0" parTransId="{468C6454-1347-435D-AA22-999F20F45DCB}" sibTransId="{5E32C8E2-9A58-4302-B541-A66190505063}"/>
    <dgm:cxn modelId="{EBDAE366-6AC2-4422-BED7-B5696831D03F}" type="presOf" srcId="{7697299E-4CBD-4AF8-86A7-239A8EBE172A}" destId="{26C8D009-7A9D-4AA2-BB82-421EB300260A}" srcOrd="0" destOrd="0" presId="urn:microsoft.com/office/officeart/2016/7/layout/RepeatingBendingProcessNew"/>
    <dgm:cxn modelId="{BB8A3E49-CE92-469A-A8B8-776FEC1E625E}" srcId="{534531AA-6F54-45CE-A65D-CF0B4EF4B220}" destId="{7627C5ED-4F34-4463-A47A-8E211392C7D9}" srcOrd="2" destOrd="0" parTransId="{258563A5-21EE-4EC5-BC05-C18F300F134B}" sibTransId="{783B4D56-8F8D-4695-AAD5-280877BED750}"/>
    <dgm:cxn modelId="{18C7676B-DF37-47C2-9A26-EC364102FF0A}" type="presOf" srcId="{5E32C8E2-9A58-4302-B541-A66190505063}" destId="{D342E6C2-7012-452D-9C9D-C2FF45483119}" srcOrd="0" destOrd="0" presId="urn:microsoft.com/office/officeart/2016/7/layout/RepeatingBendingProcessNew"/>
    <dgm:cxn modelId="{96D11C53-812B-414D-A2A4-8589C4367AAD}" type="presOf" srcId="{2C0C357A-FA0F-46D8-AABD-C0D9CB16D2B5}" destId="{25E1C0FF-AD45-4235-91A8-0739FD270DE1}" srcOrd="1" destOrd="0" presId="urn:microsoft.com/office/officeart/2016/7/layout/RepeatingBendingProcessNew"/>
    <dgm:cxn modelId="{436E0A75-4454-4397-B8DC-5F317C9AEA1E}" type="presOf" srcId="{CD83EB6F-2DBA-4D22-B80C-509D67FF9BFD}" destId="{949B67A8-1B77-4225-BFA3-6F7EF1CBB8BD}" srcOrd="0" destOrd="0" presId="urn:microsoft.com/office/officeart/2016/7/layout/RepeatingBendingProcessNew"/>
    <dgm:cxn modelId="{5D8B6357-58F9-4D55-A096-4F8A6BAC804E}" type="presOf" srcId="{F5A99765-69C6-4CA2-91D8-871BF1351109}" destId="{D16E9E7E-4795-4D97-BC3D-938CB6524F64}" srcOrd="0" destOrd="0" presId="urn:microsoft.com/office/officeart/2016/7/layout/RepeatingBendingProcessNew"/>
    <dgm:cxn modelId="{FD5FFB77-DA50-4322-AB4A-799D13ABAE1D}" type="presOf" srcId="{ECD767F1-3D1D-4351-B31B-45CD82FF1AA9}" destId="{9093FA07-2232-4BF9-9A0D-82F2AACDE204}" srcOrd="0" destOrd="0" presId="urn:microsoft.com/office/officeart/2016/7/layout/RepeatingBendingProcessNew"/>
    <dgm:cxn modelId="{02EF927D-71A5-4DC3-94F1-314510B42BF6}" srcId="{534531AA-6F54-45CE-A65D-CF0B4EF4B220}" destId="{979FBB42-5918-4FD0-B632-E6263C87FB9E}" srcOrd="14" destOrd="0" parTransId="{DF4F39EB-644C-4F94-B332-7E9EE23A8138}" sibTransId="{C060CAC8-84B0-4712-AA53-AD73F07C01C1}"/>
    <dgm:cxn modelId="{BA325781-D985-4384-9CAE-3C1D0455C4C6}" type="presOf" srcId="{7C9727C5-7CFF-4ABF-88CE-EDF7D12ACB37}" destId="{990F27CA-2F65-4F68-999C-19BFA66F3582}" srcOrd="1" destOrd="0" presId="urn:microsoft.com/office/officeart/2016/7/layout/RepeatingBendingProcessNew"/>
    <dgm:cxn modelId="{4F387C81-56CA-4C32-85E8-3B3B07989B75}" type="presOf" srcId="{783B4D56-8F8D-4695-AAD5-280877BED750}" destId="{1790D5F4-EB81-42DC-9898-38D03A205D3F}" srcOrd="1" destOrd="0" presId="urn:microsoft.com/office/officeart/2016/7/layout/RepeatingBendingProcessNew"/>
    <dgm:cxn modelId="{E7A08284-F95C-49BF-AE47-1C60B38E54F6}" srcId="{534531AA-6F54-45CE-A65D-CF0B4EF4B220}" destId="{8E0151BB-2F6A-455E-A6CA-86FA1B3B73EF}" srcOrd="8" destOrd="0" parTransId="{B1CF763D-B3D4-4179-979D-4B810A745C2E}" sibTransId="{4DAC378B-642E-4C43-96A3-AD7704374C6F}"/>
    <dgm:cxn modelId="{64BD188D-9EE9-479E-98A9-EDFD781559E5}" srcId="{534531AA-6F54-45CE-A65D-CF0B4EF4B220}" destId="{C8245B06-D612-4464-8734-7CF2ADACFC9F}" srcOrd="6" destOrd="0" parTransId="{DF9D05BA-A659-4D3A-AEE4-5A844A8DC895}" sibTransId="{ECD767F1-3D1D-4351-B31B-45CD82FF1AA9}"/>
    <dgm:cxn modelId="{CF624691-68D6-4FF0-AF3E-100E5B8D7ABC}" srcId="{534531AA-6F54-45CE-A65D-CF0B4EF4B220}" destId="{CD83EB6F-2DBA-4D22-B80C-509D67FF9BFD}" srcOrd="10" destOrd="0" parTransId="{80B2145F-7E42-40C0-BF46-8D3FF7551E52}" sibTransId="{1CD27226-82C7-481F-A86A-D3ECED2CC503}"/>
    <dgm:cxn modelId="{1E227496-EB88-45F5-A563-90DA297A823A}" type="presOf" srcId="{4F685C66-B73D-4687-A267-878294037825}" destId="{0E975F57-BED5-4E59-89A1-191A49605BA3}" srcOrd="0" destOrd="0" presId="urn:microsoft.com/office/officeart/2016/7/layout/RepeatingBendingProcessNew"/>
    <dgm:cxn modelId="{ABC157A0-5A45-4206-85CF-BCEF5A3387F9}" type="presOf" srcId="{907A3335-A4EA-4C55-9FBF-5F99DD682EB2}" destId="{17105A24-EF96-4322-A8A6-ED52DC1DDFC8}" srcOrd="0" destOrd="0" presId="urn:microsoft.com/office/officeart/2016/7/layout/RepeatingBendingProcessNew"/>
    <dgm:cxn modelId="{D3F3A4A3-0011-48A7-AF16-7E2681BF211E}" srcId="{534531AA-6F54-45CE-A65D-CF0B4EF4B220}" destId="{198668FB-2FCD-4041-A20D-AC8684229A53}" srcOrd="12" destOrd="0" parTransId="{B16171AD-57D2-4F39-ACED-4578FC636FC4}" sibTransId="{4F685C66-B73D-4687-A267-878294037825}"/>
    <dgm:cxn modelId="{29082BA5-F844-43D5-8E7C-D0B7A85901A9}" type="presOf" srcId="{5E32C8E2-9A58-4302-B541-A66190505063}" destId="{80D4A77E-4B68-422E-887B-2FA3379526FB}" srcOrd="1" destOrd="0" presId="urn:microsoft.com/office/officeart/2016/7/layout/RepeatingBendingProcessNew"/>
    <dgm:cxn modelId="{38413CA7-6864-42A8-B6D5-3DCAFED151A0}" type="presOf" srcId="{9695BB3A-9D23-4202-9FED-AAE613854514}" destId="{8F8DD07E-45D8-4299-8FE5-663379AB0AD1}" srcOrd="0" destOrd="0" presId="urn:microsoft.com/office/officeart/2016/7/layout/RepeatingBendingProcessNew"/>
    <dgm:cxn modelId="{DB0DADAD-B147-4223-9D40-C8FB3957210E}" type="presOf" srcId="{9695BB3A-9D23-4202-9FED-AAE613854514}" destId="{4EE95B8E-6B56-4305-94F2-1848BF343BD1}" srcOrd="1" destOrd="0" presId="urn:microsoft.com/office/officeart/2016/7/layout/RepeatingBendingProcessNew"/>
    <dgm:cxn modelId="{7A5B44B0-6EB7-4325-844D-AB4615A5E8EB}" srcId="{534531AA-6F54-45CE-A65D-CF0B4EF4B220}" destId="{A1945561-9F75-451C-8F4C-C6B4BA872271}" srcOrd="5" destOrd="0" parTransId="{507C5E01-A04E-4954-BDB4-96632D5509D5}" sibTransId="{7C9727C5-7CFF-4ABF-88CE-EDF7D12ACB37}"/>
    <dgm:cxn modelId="{FB825BB2-09AD-4F7A-B9E1-64E3D60C8772}" type="presOf" srcId="{080B4507-9A92-493C-8469-9664996E6BB4}" destId="{87E2A39C-BF88-44C9-B460-A3AEA0A1426A}" srcOrd="0" destOrd="0" presId="urn:microsoft.com/office/officeart/2016/7/layout/RepeatingBendingProcessNew"/>
    <dgm:cxn modelId="{13A45EB4-3374-41A5-A128-2CD99BD3F40C}" type="presOf" srcId="{137C7672-7562-4206-9D1C-6940E3782A56}" destId="{34657325-0C66-4A2B-B628-544C56CB1580}" srcOrd="0" destOrd="0" presId="urn:microsoft.com/office/officeart/2016/7/layout/RepeatingBendingProcessNew"/>
    <dgm:cxn modelId="{DA389FB6-6353-452D-AD52-EEABA2357EF9}" type="presOf" srcId="{7C9727C5-7CFF-4ABF-88CE-EDF7D12ACB37}" destId="{3C507F83-7C57-45AB-BF2A-6438FAB856E5}" srcOrd="0" destOrd="0" presId="urn:microsoft.com/office/officeart/2016/7/layout/RepeatingBendingProcessNew"/>
    <dgm:cxn modelId="{575E15B7-D307-4A8B-8BE0-519FC23E1CFA}" type="presOf" srcId="{1CD27226-82C7-481F-A86A-D3ECED2CC503}" destId="{D854A4B0-BC36-4AC4-80D9-E75ECCC89085}" srcOrd="1" destOrd="0" presId="urn:microsoft.com/office/officeart/2016/7/layout/RepeatingBendingProcessNew"/>
    <dgm:cxn modelId="{A3B979BE-5E25-41BF-97D6-75492A29086F}" type="presOf" srcId="{ECD767F1-3D1D-4351-B31B-45CD82FF1AA9}" destId="{33BA92D0-BBDD-4792-ABD9-8B613C20F67B}" srcOrd="1" destOrd="0" presId="urn:microsoft.com/office/officeart/2016/7/layout/RepeatingBendingProcessNew"/>
    <dgm:cxn modelId="{4243B7CB-2F2E-444A-98BA-32DDE32DCB88}" srcId="{534531AA-6F54-45CE-A65D-CF0B4EF4B220}" destId="{6EC57784-B743-4C09-B6A8-6D4CD885FF52}" srcOrd="0" destOrd="0" parTransId="{6518967F-FFCF-4017-A205-D39C6B17EAA7}" sibTransId="{9695BB3A-9D23-4202-9FED-AAE613854514}"/>
    <dgm:cxn modelId="{B47243CF-27DC-4B91-AFED-6209A279A918}" type="presOf" srcId="{4DAC378B-642E-4C43-96A3-AD7704374C6F}" destId="{27B47F68-E535-4C41-BA70-B5D4850E3686}" srcOrd="0" destOrd="0" presId="urn:microsoft.com/office/officeart/2016/7/layout/RepeatingBendingProcessNew"/>
    <dgm:cxn modelId="{7D9611D6-149C-4D36-8BB0-3800E457088E}" type="presOf" srcId="{AF875F0D-57BE-453D-8482-96D13DDE721B}" destId="{5450DA25-B0F6-4E06-AE55-4CE823FE1CCD}" srcOrd="0" destOrd="0" presId="urn:microsoft.com/office/officeart/2016/7/layout/RepeatingBendingProcessNew"/>
    <dgm:cxn modelId="{042FB4D9-CCD6-402D-BB7C-EFBE79924038}" srcId="{534531AA-6F54-45CE-A65D-CF0B4EF4B220}" destId="{907A3335-A4EA-4C55-9FBF-5F99DD682EB2}" srcOrd="1" destOrd="0" parTransId="{FC18D8D8-CE39-419C-96F6-68594E45DE69}" sibTransId="{F5A99765-69C6-4CA2-91D8-871BF1351109}"/>
    <dgm:cxn modelId="{296FDEE1-B9C3-45D9-8ACE-A23C5D1296E1}" srcId="{534531AA-6F54-45CE-A65D-CF0B4EF4B220}" destId="{1F029A53-5489-445C-A81D-D1468B1DD89D}" srcOrd="7" destOrd="0" parTransId="{AA75FC47-2B3F-4405-B287-7A6FB3888D8D}" sibTransId="{7697299E-4CBD-4AF8-86A7-239A8EBE172A}"/>
    <dgm:cxn modelId="{C49033EB-CBE4-4B55-8A1F-D603C9838837}" type="presOf" srcId="{1F029A53-5489-445C-A81D-D1468B1DD89D}" destId="{7D13E6C1-97C6-49D9-904C-264DD35D0B43}" srcOrd="0" destOrd="0" presId="urn:microsoft.com/office/officeart/2016/7/layout/RepeatingBendingProcessNew"/>
    <dgm:cxn modelId="{BFD4C0F2-49E8-4895-9347-251DE48E0C4E}" type="presOf" srcId="{198668FB-2FCD-4041-A20D-AC8684229A53}" destId="{C32816CA-A932-4798-A43A-C2D7AB099871}" srcOrd="0" destOrd="0" presId="urn:microsoft.com/office/officeart/2016/7/layout/RepeatingBendingProcessNew"/>
    <dgm:cxn modelId="{FF4E0DF3-F135-454D-9DEF-470275A9113C}" type="presOf" srcId="{6EC57784-B743-4C09-B6A8-6D4CD885FF52}" destId="{C627ECD6-DCE1-4071-A32F-C1F75CA2C997}" srcOrd="0" destOrd="0" presId="urn:microsoft.com/office/officeart/2016/7/layout/RepeatingBendingProcessNew"/>
    <dgm:cxn modelId="{CB7C75FB-5D1F-4D5E-B478-DF15438644E8}" type="presOf" srcId="{F5A99765-69C6-4CA2-91D8-871BF1351109}" destId="{D375AFDF-2A32-451E-A119-425D68E4DC1B}" srcOrd="1" destOrd="0" presId="urn:microsoft.com/office/officeart/2016/7/layout/RepeatingBendingProcessNew"/>
    <dgm:cxn modelId="{B14304FE-A3CE-48E8-AD6D-E761123C7CDD}" type="presOf" srcId="{A1945561-9F75-451C-8F4C-C6B4BA872271}" destId="{840761FD-94FB-4375-8C61-08FCB206A7B6}" srcOrd="0" destOrd="0" presId="urn:microsoft.com/office/officeart/2016/7/layout/RepeatingBendingProcessNew"/>
    <dgm:cxn modelId="{95F98FFE-2848-4242-B60D-366063FD4A54}" type="presOf" srcId="{534531AA-6F54-45CE-A65D-CF0B4EF4B220}" destId="{8516F53F-1EA0-4DAB-9FC9-0A6877F28712}" srcOrd="0" destOrd="0" presId="urn:microsoft.com/office/officeart/2016/7/layout/RepeatingBendingProcessNew"/>
    <dgm:cxn modelId="{3CD7FBFE-94E7-4DFD-9AAD-85975633BDDE}" type="presOf" srcId="{D9DCF08A-B31B-4FF6-8F52-F8F5E748C8F4}" destId="{E6C76A4A-70C2-4330-B5FF-678B379B8753}" srcOrd="0" destOrd="0" presId="urn:microsoft.com/office/officeart/2016/7/layout/RepeatingBendingProcessNew"/>
    <dgm:cxn modelId="{73429543-F5C3-4A9B-B47A-ACFCD960294E}" type="presParOf" srcId="{8516F53F-1EA0-4DAB-9FC9-0A6877F28712}" destId="{C627ECD6-DCE1-4071-A32F-C1F75CA2C997}" srcOrd="0" destOrd="0" presId="urn:microsoft.com/office/officeart/2016/7/layout/RepeatingBendingProcessNew"/>
    <dgm:cxn modelId="{466DC877-7DA7-4963-B8CC-7D590E4E66D3}" type="presParOf" srcId="{8516F53F-1EA0-4DAB-9FC9-0A6877F28712}" destId="{8F8DD07E-45D8-4299-8FE5-663379AB0AD1}" srcOrd="1" destOrd="0" presId="urn:microsoft.com/office/officeart/2016/7/layout/RepeatingBendingProcessNew"/>
    <dgm:cxn modelId="{97B9761F-4602-4F8B-8742-16D2622BD19C}" type="presParOf" srcId="{8F8DD07E-45D8-4299-8FE5-663379AB0AD1}" destId="{4EE95B8E-6B56-4305-94F2-1848BF343BD1}" srcOrd="0" destOrd="0" presId="urn:microsoft.com/office/officeart/2016/7/layout/RepeatingBendingProcessNew"/>
    <dgm:cxn modelId="{D1C1A8FE-8154-407F-B2D6-2DEC05CB8CE1}" type="presParOf" srcId="{8516F53F-1EA0-4DAB-9FC9-0A6877F28712}" destId="{17105A24-EF96-4322-A8A6-ED52DC1DDFC8}" srcOrd="2" destOrd="0" presId="urn:microsoft.com/office/officeart/2016/7/layout/RepeatingBendingProcessNew"/>
    <dgm:cxn modelId="{2B1D339E-37CC-4728-9B52-452E9292E0E1}" type="presParOf" srcId="{8516F53F-1EA0-4DAB-9FC9-0A6877F28712}" destId="{D16E9E7E-4795-4D97-BC3D-938CB6524F64}" srcOrd="3" destOrd="0" presId="urn:microsoft.com/office/officeart/2016/7/layout/RepeatingBendingProcessNew"/>
    <dgm:cxn modelId="{FF7C9935-6410-4AA6-9886-471991A74B84}" type="presParOf" srcId="{D16E9E7E-4795-4D97-BC3D-938CB6524F64}" destId="{D375AFDF-2A32-451E-A119-425D68E4DC1B}" srcOrd="0" destOrd="0" presId="urn:microsoft.com/office/officeart/2016/7/layout/RepeatingBendingProcessNew"/>
    <dgm:cxn modelId="{A04687C2-1429-4927-A30F-C4E376CDFC6D}" type="presParOf" srcId="{8516F53F-1EA0-4DAB-9FC9-0A6877F28712}" destId="{1EC01A19-A6A3-49C3-8438-3C12696D727F}" srcOrd="4" destOrd="0" presId="urn:microsoft.com/office/officeart/2016/7/layout/RepeatingBendingProcessNew"/>
    <dgm:cxn modelId="{FA1725F4-721B-4CE9-8F3E-A69BE734BE06}" type="presParOf" srcId="{8516F53F-1EA0-4DAB-9FC9-0A6877F28712}" destId="{67EBC619-1B0F-467A-A884-4669BE77FF02}" srcOrd="5" destOrd="0" presId="urn:microsoft.com/office/officeart/2016/7/layout/RepeatingBendingProcessNew"/>
    <dgm:cxn modelId="{2949E8E2-B7F2-4B9C-96F4-164BA58E02AF}" type="presParOf" srcId="{67EBC619-1B0F-467A-A884-4669BE77FF02}" destId="{1790D5F4-EB81-42DC-9898-38D03A205D3F}" srcOrd="0" destOrd="0" presId="urn:microsoft.com/office/officeart/2016/7/layout/RepeatingBendingProcessNew"/>
    <dgm:cxn modelId="{8061FE0A-AA2E-4ED7-B034-CC779B9B99EA}" type="presParOf" srcId="{8516F53F-1EA0-4DAB-9FC9-0A6877F28712}" destId="{87E2A39C-BF88-44C9-B460-A3AEA0A1426A}" srcOrd="6" destOrd="0" presId="urn:microsoft.com/office/officeart/2016/7/layout/RepeatingBendingProcessNew"/>
    <dgm:cxn modelId="{57A5EDFE-BB3F-4448-9FA5-967EFC4E8A13}" type="presParOf" srcId="{8516F53F-1EA0-4DAB-9FC9-0A6877F28712}" destId="{5B3DCB56-16F1-4298-A77C-33334C05B3D7}" srcOrd="7" destOrd="0" presId="urn:microsoft.com/office/officeart/2016/7/layout/RepeatingBendingProcessNew"/>
    <dgm:cxn modelId="{7A2B658F-9D22-40FB-8D58-97FF012B639E}" type="presParOf" srcId="{5B3DCB56-16F1-4298-A77C-33334C05B3D7}" destId="{25E1C0FF-AD45-4235-91A8-0739FD270DE1}" srcOrd="0" destOrd="0" presId="urn:microsoft.com/office/officeart/2016/7/layout/RepeatingBendingProcessNew"/>
    <dgm:cxn modelId="{28FCE32F-AA80-4234-8AD6-43CCF1D1FA2C}" type="presParOf" srcId="{8516F53F-1EA0-4DAB-9FC9-0A6877F28712}" destId="{62E72841-E310-4D95-9E6D-9FEEEC9B772A}" srcOrd="8" destOrd="0" presId="urn:microsoft.com/office/officeart/2016/7/layout/RepeatingBendingProcessNew"/>
    <dgm:cxn modelId="{E76A1FD2-EF97-4BE4-A09D-886AE4852B5F}" type="presParOf" srcId="{8516F53F-1EA0-4DAB-9FC9-0A6877F28712}" destId="{D342E6C2-7012-452D-9C9D-C2FF45483119}" srcOrd="9" destOrd="0" presId="urn:microsoft.com/office/officeart/2016/7/layout/RepeatingBendingProcessNew"/>
    <dgm:cxn modelId="{F479C40D-2AE2-4B84-B10F-9A0CBEAEA522}" type="presParOf" srcId="{D342E6C2-7012-452D-9C9D-C2FF45483119}" destId="{80D4A77E-4B68-422E-887B-2FA3379526FB}" srcOrd="0" destOrd="0" presId="urn:microsoft.com/office/officeart/2016/7/layout/RepeatingBendingProcessNew"/>
    <dgm:cxn modelId="{F92A3C96-E9D8-41D8-90C3-9540BE079857}" type="presParOf" srcId="{8516F53F-1EA0-4DAB-9FC9-0A6877F28712}" destId="{840761FD-94FB-4375-8C61-08FCB206A7B6}" srcOrd="10" destOrd="0" presId="urn:microsoft.com/office/officeart/2016/7/layout/RepeatingBendingProcessNew"/>
    <dgm:cxn modelId="{3DFD4A3D-5A90-426D-AB4E-67A24C25F4CC}" type="presParOf" srcId="{8516F53F-1EA0-4DAB-9FC9-0A6877F28712}" destId="{3C507F83-7C57-45AB-BF2A-6438FAB856E5}" srcOrd="11" destOrd="0" presId="urn:microsoft.com/office/officeart/2016/7/layout/RepeatingBendingProcessNew"/>
    <dgm:cxn modelId="{33424721-68AB-4D7E-990E-D31E5162E55F}" type="presParOf" srcId="{3C507F83-7C57-45AB-BF2A-6438FAB856E5}" destId="{990F27CA-2F65-4F68-999C-19BFA66F3582}" srcOrd="0" destOrd="0" presId="urn:microsoft.com/office/officeart/2016/7/layout/RepeatingBendingProcessNew"/>
    <dgm:cxn modelId="{C8D170CD-E5EA-421A-93F1-0801733C4E52}" type="presParOf" srcId="{8516F53F-1EA0-4DAB-9FC9-0A6877F28712}" destId="{926EB491-6379-483E-9342-0A707312BCBD}" srcOrd="12" destOrd="0" presId="urn:microsoft.com/office/officeart/2016/7/layout/RepeatingBendingProcessNew"/>
    <dgm:cxn modelId="{A3C0C48A-6CCB-4FA0-8F67-A4C1E1C3EE6D}" type="presParOf" srcId="{8516F53F-1EA0-4DAB-9FC9-0A6877F28712}" destId="{9093FA07-2232-4BF9-9A0D-82F2AACDE204}" srcOrd="13" destOrd="0" presId="urn:microsoft.com/office/officeart/2016/7/layout/RepeatingBendingProcessNew"/>
    <dgm:cxn modelId="{EDD28BA4-A8B6-4464-9966-20514A8D9EA7}" type="presParOf" srcId="{9093FA07-2232-4BF9-9A0D-82F2AACDE204}" destId="{33BA92D0-BBDD-4792-ABD9-8B613C20F67B}" srcOrd="0" destOrd="0" presId="urn:microsoft.com/office/officeart/2016/7/layout/RepeatingBendingProcessNew"/>
    <dgm:cxn modelId="{6A2AF46B-CC0E-4923-AC02-1E1128CB09AA}" type="presParOf" srcId="{8516F53F-1EA0-4DAB-9FC9-0A6877F28712}" destId="{7D13E6C1-97C6-49D9-904C-264DD35D0B43}" srcOrd="14" destOrd="0" presId="urn:microsoft.com/office/officeart/2016/7/layout/RepeatingBendingProcessNew"/>
    <dgm:cxn modelId="{174957F1-F256-4B3B-B92D-2501277D00D3}" type="presParOf" srcId="{8516F53F-1EA0-4DAB-9FC9-0A6877F28712}" destId="{26C8D009-7A9D-4AA2-BB82-421EB300260A}" srcOrd="15" destOrd="0" presId="urn:microsoft.com/office/officeart/2016/7/layout/RepeatingBendingProcessNew"/>
    <dgm:cxn modelId="{EA362A1D-6A5D-4CE1-A876-D4BEBA950526}" type="presParOf" srcId="{26C8D009-7A9D-4AA2-BB82-421EB300260A}" destId="{368E3DFB-671B-427C-AE36-3FFBD5906E72}" srcOrd="0" destOrd="0" presId="urn:microsoft.com/office/officeart/2016/7/layout/RepeatingBendingProcessNew"/>
    <dgm:cxn modelId="{035FA4BC-008A-47EA-A46C-B546B9CBF61A}" type="presParOf" srcId="{8516F53F-1EA0-4DAB-9FC9-0A6877F28712}" destId="{EFD9EA37-2B71-41BE-A58E-623B7160CBE5}" srcOrd="16" destOrd="0" presId="urn:microsoft.com/office/officeart/2016/7/layout/RepeatingBendingProcessNew"/>
    <dgm:cxn modelId="{6E1F9DAA-3947-4E51-AB4F-37749D408FCD}" type="presParOf" srcId="{8516F53F-1EA0-4DAB-9FC9-0A6877F28712}" destId="{27B47F68-E535-4C41-BA70-B5D4850E3686}" srcOrd="17" destOrd="0" presId="urn:microsoft.com/office/officeart/2016/7/layout/RepeatingBendingProcessNew"/>
    <dgm:cxn modelId="{C8189BBC-8CD0-44A6-8C96-1D905ACA3508}" type="presParOf" srcId="{27B47F68-E535-4C41-BA70-B5D4850E3686}" destId="{6184A560-B0BF-42F7-85C3-D31463FE0034}" srcOrd="0" destOrd="0" presId="urn:microsoft.com/office/officeart/2016/7/layout/RepeatingBendingProcessNew"/>
    <dgm:cxn modelId="{4F7DABB4-4408-4F3D-B0C0-9414CC79D04D}" type="presParOf" srcId="{8516F53F-1EA0-4DAB-9FC9-0A6877F28712}" destId="{F66C2653-FCD9-4334-84F5-520B11D32799}" srcOrd="18" destOrd="0" presId="urn:microsoft.com/office/officeart/2016/7/layout/RepeatingBendingProcessNew"/>
    <dgm:cxn modelId="{BFF88F52-852B-4A3E-B7B6-CEB2ED72B897}" type="presParOf" srcId="{8516F53F-1EA0-4DAB-9FC9-0A6877F28712}" destId="{E6C76A4A-70C2-4330-B5FF-678B379B8753}" srcOrd="19" destOrd="0" presId="urn:microsoft.com/office/officeart/2016/7/layout/RepeatingBendingProcessNew"/>
    <dgm:cxn modelId="{110A80FD-0F34-42F2-8526-75BF42625865}" type="presParOf" srcId="{E6C76A4A-70C2-4330-B5FF-678B379B8753}" destId="{3BC2DC2D-95BB-4E44-9678-D60BCE260CDD}" srcOrd="0" destOrd="0" presId="urn:microsoft.com/office/officeart/2016/7/layout/RepeatingBendingProcessNew"/>
    <dgm:cxn modelId="{C83EFDF0-6335-4403-8D77-D5FC888514AA}" type="presParOf" srcId="{8516F53F-1EA0-4DAB-9FC9-0A6877F28712}" destId="{949B67A8-1B77-4225-BFA3-6F7EF1CBB8BD}" srcOrd="20" destOrd="0" presId="urn:microsoft.com/office/officeart/2016/7/layout/RepeatingBendingProcessNew"/>
    <dgm:cxn modelId="{813BB119-8756-4175-A935-6026A4A7F616}" type="presParOf" srcId="{8516F53F-1EA0-4DAB-9FC9-0A6877F28712}" destId="{285878A6-8A7D-41C8-B169-DBC395470AEE}" srcOrd="21" destOrd="0" presId="urn:microsoft.com/office/officeart/2016/7/layout/RepeatingBendingProcessNew"/>
    <dgm:cxn modelId="{25448064-5F14-4ECB-AAD4-542B449E4EDE}" type="presParOf" srcId="{285878A6-8A7D-41C8-B169-DBC395470AEE}" destId="{D854A4B0-BC36-4AC4-80D9-E75ECCC89085}" srcOrd="0" destOrd="0" presId="urn:microsoft.com/office/officeart/2016/7/layout/RepeatingBendingProcessNew"/>
    <dgm:cxn modelId="{812930DE-B1F5-4526-8A2E-C07055A2204F}" type="presParOf" srcId="{8516F53F-1EA0-4DAB-9FC9-0A6877F28712}" destId="{9B56F24A-CB91-411F-8307-37551FEFDD6A}" srcOrd="22" destOrd="0" presId="urn:microsoft.com/office/officeart/2016/7/layout/RepeatingBendingProcessNew"/>
    <dgm:cxn modelId="{8EAA5694-164B-470F-B43A-15DB8881D904}" type="presParOf" srcId="{8516F53F-1EA0-4DAB-9FC9-0A6877F28712}" destId="{34657325-0C66-4A2B-B628-544C56CB1580}" srcOrd="23" destOrd="0" presId="urn:microsoft.com/office/officeart/2016/7/layout/RepeatingBendingProcessNew"/>
    <dgm:cxn modelId="{46B25D7D-56E1-4389-8C0A-32711F7E86A1}" type="presParOf" srcId="{34657325-0C66-4A2B-B628-544C56CB1580}" destId="{6D16F78C-611C-45C9-B896-5BC8E6B18E15}" srcOrd="0" destOrd="0" presId="urn:microsoft.com/office/officeart/2016/7/layout/RepeatingBendingProcessNew"/>
    <dgm:cxn modelId="{CBB57408-D87D-4812-B7E6-F4A4B4A3C709}" type="presParOf" srcId="{8516F53F-1EA0-4DAB-9FC9-0A6877F28712}" destId="{C32816CA-A932-4798-A43A-C2D7AB099871}" srcOrd="24" destOrd="0" presId="urn:microsoft.com/office/officeart/2016/7/layout/RepeatingBendingProcessNew"/>
    <dgm:cxn modelId="{C66BAB44-72FD-4E70-B4AA-83F88DD4052F}" type="presParOf" srcId="{8516F53F-1EA0-4DAB-9FC9-0A6877F28712}" destId="{0E975F57-BED5-4E59-89A1-191A49605BA3}" srcOrd="25" destOrd="0" presId="urn:microsoft.com/office/officeart/2016/7/layout/RepeatingBendingProcessNew"/>
    <dgm:cxn modelId="{8D784DCF-AF38-47F7-8CC2-1D4C8B990794}" type="presParOf" srcId="{0E975F57-BED5-4E59-89A1-191A49605BA3}" destId="{9EC39DEF-7559-49DE-890D-F37C9FE0005D}" srcOrd="0" destOrd="0" presId="urn:microsoft.com/office/officeart/2016/7/layout/RepeatingBendingProcessNew"/>
    <dgm:cxn modelId="{8708D8DB-080C-4467-9BF5-8EBE3E10259C}" type="presParOf" srcId="{8516F53F-1EA0-4DAB-9FC9-0A6877F28712}" destId="{8E8AF628-67F9-4B33-B2C8-D900DF3D31C1}" srcOrd="26" destOrd="0" presId="urn:microsoft.com/office/officeart/2016/7/layout/RepeatingBendingProcessNew"/>
    <dgm:cxn modelId="{4BD91D9E-C006-4A35-8DF0-4BFD30915452}" type="presParOf" srcId="{8516F53F-1EA0-4DAB-9FC9-0A6877F28712}" destId="{5450DA25-B0F6-4E06-AE55-4CE823FE1CCD}" srcOrd="27" destOrd="0" presId="urn:microsoft.com/office/officeart/2016/7/layout/RepeatingBendingProcessNew"/>
    <dgm:cxn modelId="{9E9C3840-136D-4925-AE72-6386262DE81D}" type="presParOf" srcId="{5450DA25-B0F6-4E06-AE55-4CE823FE1CCD}" destId="{A699E19B-213E-45DF-904E-AC97A7845B03}" srcOrd="0" destOrd="0" presId="urn:microsoft.com/office/officeart/2016/7/layout/RepeatingBendingProcessNew"/>
    <dgm:cxn modelId="{EF543CA1-16B8-4B3C-97CF-C105EDB7056B}" type="presParOf" srcId="{8516F53F-1EA0-4DAB-9FC9-0A6877F28712}" destId="{96439682-49A4-4512-9267-EFBEBADF3331}" srcOrd="2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95958B3-0F93-4978-AB31-7B46710BB8D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2F16CD7-7726-461C-9462-FEC164E7BD3C}">
      <dgm:prSet/>
      <dgm:spPr/>
      <dgm:t>
        <a:bodyPr/>
        <a:lstStyle/>
        <a:p>
          <a:r>
            <a:rPr lang="en-US"/>
            <a:t>• Improved community communication</a:t>
          </a:r>
        </a:p>
      </dgm:t>
    </dgm:pt>
    <dgm:pt modelId="{28E82692-1295-42F8-A6FD-F1090CC6A29F}" type="parTrans" cxnId="{DDAA1EDE-C44C-4BF7-88AF-B9826145F428}">
      <dgm:prSet/>
      <dgm:spPr/>
      <dgm:t>
        <a:bodyPr/>
        <a:lstStyle/>
        <a:p>
          <a:endParaRPr lang="en-US"/>
        </a:p>
      </dgm:t>
    </dgm:pt>
    <dgm:pt modelId="{A2553F48-21C7-45A0-9F6A-52F1DF046C92}" type="sibTrans" cxnId="{DDAA1EDE-C44C-4BF7-88AF-B9826145F428}">
      <dgm:prSet/>
      <dgm:spPr/>
      <dgm:t>
        <a:bodyPr/>
        <a:lstStyle/>
        <a:p>
          <a:endParaRPr lang="en-US"/>
        </a:p>
      </dgm:t>
    </dgm:pt>
    <dgm:pt modelId="{6B5CFB67-A98C-4791-8472-1EA74DB721DE}">
      <dgm:prSet/>
      <dgm:spPr/>
      <dgm:t>
        <a:bodyPr/>
        <a:lstStyle/>
        <a:p>
          <a:r>
            <a:rPr lang="en-US"/>
            <a:t>• Faster help response system</a:t>
          </a:r>
        </a:p>
      </dgm:t>
    </dgm:pt>
    <dgm:pt modelId="{130137F8-0BCE-4CA2-9E1C-0E58282EE96E}" type="parTrans" cxnId="{7F95B82B-FF71-467F-B949-1D5B33A1C336}">
      <dgm:prSet/>
      <dgm:spPr/>
      <dgm:t>
        <a:bodyPr/>
        <a:lstStyle/>
        <a:p>
          <a:endParaRPr lang="en-US"/>
        </a:p>
      </dgm:t>
    </dgm:pt>
    <dgm:pt modelId="{54F030E0-273F-4E47-A5C5-1D2B6DECE434}" type="sibTrans" cxnId="{7F95B82B-FF71-467F-B949-1D5B33A1C336}">
      <dgm:prSet/>
      <dgm:spPr/>
      <dgm:t>
        <a:bodyPr/>
        <a:lstStyle/>
        <a:p>
          <a:endParaRPr lang="en-US"/>
        </a:p>
      </dgm:t>
    </dgm:pt>
    <dgm:pt modelId="{86F078A1-6912-4100-AFAB-1793EBAF26EA}">
      <dgm:prSet/>
      <dgm:spPr/>
      <dgm:t>
        <a:bodyPr/>
        <a:lstStyle/>
        <a:p>
          <a:r>
            <a:rPr lang="en-US"/>
            <a:t>• Increased volunteer participation</a:t>
          </a:r>
        </a:p>
      </dgm:t>
    </dgm:pt>
    <dgm:pt modelId="{BBB83B9B-6BF6-49B3-BBD4-020FC0484203}" type="parTrans" cxnId="{C90F24B8-341D-4922-A6AD-84E7434410F0}">
      <dgm:prSet/>
      <dgm:spPr/>
      <dgm:t>
        <a:bodyPr/>
        <a:lstStyle/>
        <a:p>
          <a:endParaRPr lang="en-US"/>
        </a:p>
      </dgm:t>
    </dgm:pt>
    <dgm:pt modelId="{C6B34909-ACE4-4B3F-8337-D117D565FD57}" type="sibTrans" cxnId="{C90F24B8-341D-4922-A6AD-84E7434410F0}">
      <dgm:prSet/>
      <dgm:spPr/>
      <dgm:t>
        <a:bodyPr/>
        <a:lstStyle/>
        <a:p>
          <a:endParaRPr lang="en-US"/>
        </a:p>
      </dgm:t>
    </dgm:pt>
    <dgm:pt modelId="{7276F152-8D43-4CD6-AB99-BE318285AFDC}">
      <dgm:prSet/>
      <dgm:spPr/>
      <dgm:t>
        <a:bodyPr/>
        <a:lstStyle/>
        <a:p>
          <a:r>
            <a:rPr lang="en-US"/>
            <a:t>• Efficient digital resource management</a:t>
          </a:r>
        </a:p>
      </dgm:t>
    </dgm:pt>
    <dgm:pt modelId="{CD337286-6504-4897-A13B-E9D05F7E8907}" type="parTrans" cxnId="{E6A17141-FCB6-4488-9BB9-52A2B7FE44DF}">
      <dgm:prSet/>
      <dgm:spPr/>
      <dgm:t>
        <a:bodyPr/>
        <a:lstStyle/>
        <a:p>
          <a:endParaRPr lang="en-US"/>
        </a:p>
      </dgm:t>
    </dgm:pt>
    <dgm:pt modelId="{65141194-019C-48FC-98E8-3C9BFAF99B5E}" type="sibTrans" cxnId="{E6A17141-FCB6-4488-9BB9-52A2B7FE44DF}">
      <dgm:prSet/>
      <dgm:spPr/>
      <dgm:t>
        <a:bodyPr/>
        <a:lstStyle/>
        <a:p>
          <a:endParaRPr lang="en-US"/>
        </a:p>
      </dgm:t>
    </dgm:pt>
    <dgm:pt modelId="{188BF4B7-8C59-44C2-A333-FA4E4305957C}">
      <dgm:prSet/>
      <dgm:spPr/>
      <dgm:t>
        <a:bodyPr/>
        <a:lstStyle/>
        <a:p>
          <a:r>
            <a:rPr lang="en-US"/>
            <a:t>• Scalable platform for future expansion</a:t>
          </a:r>
        </a:p>
      </dgm:t>
    </dgm:pt>
    <dgm:pt modelId="{708334DE-37BB-4435-848E-DF78F2B60AE7}" type="parTrans" cxnId="{CC30D5E0-97E9-4BE1-8C11-7E6157A8D49C}">
      <dgm:prSet/>
      <dgm:spPr/>
      <dgm:t>
        <a:bodyPr/>
        <a:lstStyle/>
        <a:p>
          <a:endParaRPr lang="en-US"/>
        </a:p>
      </dgm:t>
    </dgm:pt>
    <dgm:pt modelId="{09BC3A55-14F3-496F-828B-ED6F821F539B}" type="sibTrans" cxnId="{CC30D5E0-97E9-4BE1-8C11-7E6157A8D49C}">
      <dgm:prSet/>
      <dgm:spPr/>
      <dgm:t>
        <a:bodyPr/>
        <a:lstStyle/>
        <a:p>
          <a:endParaRPr lang="en-US"/>
        </a:p>
      </dgm:t>
    </dgm:pt>
    <dgm:pt modelId="{BC36FE25-94B8-4395-AC1C-DF42A09F890E}" type="pres">
      <dgm:prSet presAssocID="{C95958B3-0F93-4978-AB31-7B46710BB8DD}" presName="root" presStyleCnt="0">
        <dgm:presLayoutVars>
          <dgm:dir/>
          <dgm:resizeHandles val="exact"/>
        </dgm:presLayoutVars>
      </dgm:prSet>
      <dgm:spPr/>
    </dgm:pt>
    <dgm:pt modelId="{9277C434-F48B-4684-90B7-C6B229FB481E}" type="pres">
      <dgm:prSet presAssocID="{02F16CD7-7726-461C-9462-FEC164E7BD3C}" presName="compNode" presStyleCnt="0"/>
      <dgm:spPr/>
    </dgm:pt>
    <dgm:pt modelId="{F71DB919-A5AD-4486-A79B-07055A9E10E4}" type="pres">
      <dgm:prSet presAssocID="{02F16CD7-7726-461C-9462-FEC164E7BD3C}" presName="bgRect" presStyleLbl="bgShp" presStyleIdx="0" presStyleCnt="5"/>
      <dgm:spPr/>
    </dgm:pt>
    <dgm:pt modelId="{3053A7C4-4D39-4AFB-9861-8B855E647A60}" type="pres">
      <dgm:prSet presAssocID="{02F16CD7-7726-461C-9462-FEC164E7BD3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3793ACF6-DA22-4453-B870-4DFC5EB78346}" type="pres">
      <dgm:prSet presAssocID="{02F16CD7-7726-461C-9462-FEC164E7BD3C}" presName="spaceRect" presStyleCnt="0"/>
      <dgm:spPr/>
    </dgm:pt>
    <dgm:pt modelId="{6BC1DA33-7803-47FC-BBD5-1CEBC209166B}" type="pres">
      <dgm:prSet presAssocID="{02F16CD7-7726-461C-9462-FEC164E7BD3C}" presName="parTx" presStyleLbl="revTx" presStyleIdx="0" presStyleCnt="5">
        <dgm:presLayoutVars>
          <dgm:chMax val="0"/>
          <dgm:chPref val="0"/>
        </dgm:presLayoutVars>
      </dgm:prSet>
      <dgm:spPr/>
    </dgm:pt>
    <dgm:pt modelId="{85369176-1F73-448E-8C3B-A28D2CEE979E}" type="pres">
      <dgm:prSet presAssocID="{A2553F48-21C7-45A0-9F6A-52F1DF046C92}" presName="sibTrans" presStyleCnt="0"/>
      <dgm:spPr/>
    </dgm:pt>
    <dgm:pt modelId="{1D1670AD-2272-4FC0-BD16-03958A0F500F}" type="pres">
      <dgm:prSet presAssocID="{6B5CFB67-A98C-4791-8472-1EA74DB721DE}" presName="compNode" presStyleCnt="0"/>
      <dgm:spPr/>
    </dgm:pt>
    <dgm:pt modelId="{43CF1883-3452-4A5C-B47F-EE255BA71176}" type="pres">
      <dgm:prSet presAssocID="{6B5CFB67-A98C-4791-8472-1EA74DB721DE}" presName="bgRect" presStyleLbl="bgShp" presStyleIdx="1" presStyleCnt="5"/>
      <dgm:spPr/>
    </dgm:pt>
    <dgm:pt modelId="{F71B9607-2855-4B3F-AED1-92CA10D3AE4F}" type="pres">
      <dgm:prSet presAssocID="{6B5CFB67-A98C-4791-8472-1EA74DB721D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1231052B-4155-4161-BF34-6E7D7F1AAF89}" type="pres">
      <dgm:prSet presAssocID="{6B5CFB67-A98C-4791-8472-1EA74DB721DE}" presName="spaceRect" presStyleCnt="0"/>
      <dgm:spPr/>
    </dgm:pt>
    <dgm:pt modelId="{3C0A945E-AC07-4B6E-AED8-0770F64FD676}" type="pres">
      <dgm:prSet presAssocID="{6B5CFB67-A98C-4791-8472-1EA74DB721DE}" presName="parTx" presStyleLbl="revTx" presStyleIdx="1" presStyleCnt="5">
        <dgm:presLayoutVars>
          <dgm:chMax val="0"/>
          <dgm:chPref val="0"/>
        </dgm:presLayoutVars>
      </dgm:prSet>
      <dgm:spPr/>
    </dgm:pt>
    <dgm:pt modelId="{5D06C131-3149-4386-845F-E6FE4C78F837}" type="pres">
      <dgm:prSet presAssocID="{54F030E0-273F-4E47-A5C5-1D2B6DECE434}" presName="sibTrans" presStyleCnt="0"/>
      <dgm:spPr/>
    </dgm:pt>
    <dgm:pt modelId="{AB57D733-04DF-47E9-A6C1-705F8878370D}" type="pres">
      <dgm:prSet presAssocID="{86F078A1-6912-4100-AFAB-1793EBAF26EA}" presName="compNode" presStyleCnt="0"/>
      <dgm:spPr/>
    </dgm:pt>
    <dgm:pt modelId="{E336C288-8921-4D70-B7B4-221959F1FC4F}" type="pres">
      <dgm:prSet presAssocID="{86F078A1-6912-4100-AFAB-1793EBAF26EA}" presName="bgRect" presStyleLbl="bgShp" presStyleIdx="2" presStyleCnt="5"/>
      <dgm:spPr/>
    </dgm:pt>
    <dgm:pt modelId="{522255C0-6611-45F3-893D-2A62439CFDC8}" type="pres">
      <dgm:prSet presAssocID="{86F078A1-6912-4100-AFAB-1793EBAF26E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97D846E0-F598-47DB-8C0E-0793DCF7728B}" type="pres">
      <dgm:prSet presAssocID="{86F078A1-6912-4100-AFAB-1793EBAF26EA}" presName="spaceRect" presStyleCnt="0"/>
      <dgm:spPr/>
    </dgm:pt>
    <dgm:pt modelId="{1F4184F0-3C33-4F73-9D26-FE6BC61057F2}" type="pres">
      <dgm:prSet presAssocID="{86F078A1-6912-4100-AFAB-1793EBAF26EA}" presName="parTx" presStyleLbl="revTx" presStyleIdx="2" presStyleCnt="5">
        <dgm:presLayoutVars>
          <dgm:chMax val="0"/>
          <dgm:chPref val="0"/>
        </dgm:presLayoutVars>
      </dgm:prSet>
      <dgm:spPr/>
    </dgm:pt>
    <dgm:pt modelId="{477266E6-7F2B-46D3-A719-BBF4BA652357}" type="pres">
      <dgm:prSet presAssocID="{C6B34909-ACE4-4B3F-8337-D117D565FD57}" presName="sibTrans" presStyleCnt="0"/>
      <dgm:spPr/>
    </dgm:pt>
    <dgm:pt modelId="{0FE776C0-5C76-416A-9C06-F7A503E316D7}" type="pres">
      <dgm:prSet presAssocID="{7276F152-8D43-4CD6-AB99-BE318285AFDC}" presName="compNode" presStyleCnt="0"/>
      <dgm:spPr/>
    </dgm:pt>
    <dgm:pt modelId="{A5F45DE2-AE61-495F-917D-9FF40795A9BE}" type="pres">
      <dgm:prSet presAssocID="{7276F152-8D43-4CD6-AB99-BE318285AFDC}" presName="bgRect" presStyleLbl="bgShp" presStyleIdx="3" presStyleCnt="5"/>
      <dgm:spPr/>
    </dgm:pt>
    <dgm:pt modelId="{44299D53-3FFC-4188-AD90-83CF825D2A15}" type="pres">
      <dgm:prSet presAssocID="{7276F152-8D43-4CD6-AB99-BE318285AFD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F5CF643-C6E0-402E-96DD-164CD1D12EF2}" type="pres">
      <dgm:prSet presAssocID="{7276F152-8D43-4CD6-AB99-BE318285AFDC}" presName="spaceRect" presStyleCnt="0"/>
      <dgm:spPr/>
    </dgm:pt>
    <dgm:pt modelId="{EA401859-30C0-464E-81AE-9773E8992979}" type="pres">
      <dgm:prSet presAssocID="{7276F152-8D43-4CD6-AB99-BE318285AFDC}" presName="parTx" presStyleLbl="revTx" presStyleIdx="3" presStyleCnt="5">
        <dgm:presLayoutVars>
          <dgm:chMax val="0"/>
          <dgm:chPref val="0"/>
        </dgm:presLayoutVars>
      </dgm:prSet>
      <dgm:spPr/>
    </dgm:pt>
    <dgm:pt modelId="{E5069FAF-9F08-472D-A353-0A475289297A}" type="pres">
      <dgm:prSet presAssocID="{65141194-019C-48FC-98E8-3C9BFAF99B5E}" presName="sibTrans" presStyleCnt="0"/>
      <dgm:spPr/>
    </dgm:pt>
    <dgm:pt modelId="{EFC14977-0F1D-4195-96BD-BB2A8F9AF60B}" type="pres">
      <dgm:prSet presAssocID="{188BF4B7-8C59-44C2-A333-FA4E4305957C}" presName="compNode" presStyleCnt="0"/>
      <dgm:spPr/>
    </dgm:pt>
    <dgm:pt modelId="{9E691EEC-3C5E-409D-9B45-0F2488ABE8BF}" type="pres">
      <dgm:prSet presAssocID="{188BF4B7-8C59-44C2-A333-FA4E4305957C}" presName="bgRect" presStyleLbl="bgShp" presStyleIdx="4" presStyleCnt="5"/>
      <dgm:spPr/>
    </dgm:pt>
    <dgm:pt modelId="{DEEC1F1F-86A6-4BEB-9C86-66636326672C}" type="pres">
      <dgm:prSet presAssocID="{188BF4B7-8C59-44C2-A333-FA4E4305957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105538B4-7E9C-4288-9C49-81BCBD9B69B5}" type="pres">
      <dgm:prSet presAssocID="{188BF4B7-8C59-44C2-A333-FA4E4305957C}" presName="spaceRect" presStyleCnt="0"/>
      <dgm:spPr/>
    </dgm:pt>
    <dgm:pt modelId="{3B58F637-9981-45B6-A3A9-082717D69D15}" type="pres">
      <dgm:prSet presAssocID="{188BF4B7-8C59-44C2-A333-FA4E4305957C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18F9BF01-C6FA-4101-9512-FC3C1BC5DAEE}" type="presOf" srcId="{6B5CFB67-A98C-4791-8472-1EA74DB721DE}" destId="{3C0A945E-AC07-4B6E-AED8-0770F64FD676}" srcOrd="0" destOrd="0" presId="urn:microsoft.com/office/officeart/2018/2/layout/IconVerticalSolidList"/>
    <dgm:cxn modelId="{B851ED10-1D09-4112-8E23-526551B020A5}" type="presOf" srcId="{02F16CD7-7726-461C-9462-FEC164E7BD3C}" destId="{6BC1DA33-7803-47FC-BBD5-1CEBC209166B}" srcOrd="0" destOrd="0" presId="urn:microsoft.com/office/officeart/2018/2/layout/IconVerticalSolidList"/>
    <dgm:cxn modelId="{7F95B82B-FF71-467F-B949-1D5B33A1C336}" srcId="{C95958B3-0F93-4978-AB31-7B46710BB8DD}" destId="{6B5CFB67-A98C-4791-8472-1EA74DB721DE}" srcOrd="1" destOrd="0" parTransId="{130137F8-0BCE-4CA2-9E1C-0E58282EE96E}" sibTransId="{54F030E0-273F-4E47-A5C5-1D2B6DECE434}"/>
    <dgm:cxn modelId="{1510AF5B-020D-4F50-BE08-461731A2B434}" type="presOf" srcId="{86F078A1-6912-4100-AFAB-1793EBAF26EA}" destId="{1F4184F0-3C33-4F73-9D26-FE6BC61057F2}" srcOrd="0" destOrd="0" presId="urn:microsoft.com/office/officeart/2018/2/layout/IconVerticalSolidList"/>
    <dgm:cxn modelId="{E6A17141-FCB6-4488-9BB9-52A2B7FE44DF}" srcId="{C95958B3-0F93-4978-AB31-7B46710BB8DD}" destId="{7276F152-8D43-4CD6-AB99-BE318285AFDC}" srcOrd="3" destOrd="0" parTransId="{CD337286-6504-4897-A13B-E9D05F7E8907}" sibTransId="{65141194-019C-48FC-98E8-3C9BFAF99B5E}"/>
    <dgm:cxn modelId="{3402DE84-1855-49DE-8D7E-F3DA2B3292F6}" type="presOf" srcId="{C95958B3-0F93-4978-AB31-7B46710BB8DD}" destId="{BC36FE25-94B8-4395-AC1C-DF42A09F890E}" srcOrd="0" destOrd="0" presId="urn:microsoft.com/office/officeart/2018/2/layout/IconVerticalSolidList"/>
    <dgm:cxn modelId="{C90F24B8-341D-4922-A6AD-84E7434410F0}" srcId="{C95958B3-0F93-4978-AB31-7B46710BB8DD}" destId="{86F078A1-6912-4100-AFAB-1793EBAF26EA}" srcOrd="2" destOrd="0" parTransId="{BBB83B9B-6BF6-49B3-BBD4-020FC0484203}" sibTransId="{C6B34909-ACE4-4B3F-8337-D117D565FD57}"/>
    <dgm:cxn modelId="{38AE2FC8-C29D-42F9-9A58-B8C2A153B3CD}" type="presOf" srcId="{7276F152-8D43-4CD6-AB99-BE318285AFDC}" destId="{EA401859-30C0-464E-81AE-9773E8992979}" srcOrd="0" destOrd="0" presId="urn:microsoft.com/office/officeart/2018/2/layout/IconVerticalSolidList"/>
    <dgm:cxn modelId="{DDAA1EDE-C44C-4BF7-88AF-B9826145F428}" srcId="{C95958B3-0F93-4978-AB31-7B46710BB8DD}" destId="{02F16CD7-7726-461C-9462-FEC164E7BD3C}" srcOrd="0" destOrd="0" parTransId="{28E82692-1295-42F8-A6FD-F1090CC6A29F}" sibTransId="{A2553F48-21C7-45A0-9F6A-52F1DF046C92}"/>
    <dgm:cxn modelId="{CC30D5E0-97E9-4BE1-8C11-7E6157A8D49C}" srcId="{C95958B3-0F93-4978-AB31-7B46710BB8DD}" destId="{188BF4B7-8C59-44C2-A333-FA4E4305957C}" srcOrd="4" destOrd="0" parTransId="{708334DE-37BB-4435-848E-DF78F2B60AE7}" sibTransId="{09BC3A55-14F3-496F-828B-ED6F821F539B}"/>
    <dgm:cxn modelId="{B17E1DF1-38D6-4D32-BF4F-431CB7D85F29}" type="presOf" srcId="{188BF4B7-8C59-44C2-A333-FA4E4305957C}" destId="{3B58F637-9981-45B6-A3A9-082717D69D15}" srcOrd="0" destOrd="0" presId="urn:microsoft.com/office/officeart/2018/2/layout/IconVerticalSolidList"/>
    <dgm:cxn modelId="{89082CDD-141F-4E6C-9FE0-1EB746A13870}" type="presParOf" srcId="{BC36FE25-94B8-4395-AC1C-DF42A09F890E}" destId="{9277C434-F48B-4684-90B7-C6B229FB481E}" srcOrd="0" destOrd="0" presId="urn:microsoft.com/office/officeart/2018/2/layout/IconVerticalSolidList"/>
    <dgm:cxn modelId="{B1EF079C-7B3D-40C7-A579-27FA33359C93}" type="presParOf" srcId="{9277C434-F48B-4684-90B7-C6B229FB481E}" destId="{F71DB919-A5AD-4486-A79B-07055A9E10E4}" srcOrd="0" destOrd="0" presId="urn:microsoft.com/office/officeart/2018/2/layout/IconVerticalSolidList"/>
    <dgm:cxn modelId="{DF421973-88BD-401F-822F-1E58F1EB5561}" type="presParOf" srcId="{9277C434-F48B-4684-90B7-C6B229FB481E}" destId="{3053A7C4-4D39-4AFB-9861-8B855E647A60}" srcOrd="1" destOrd="0" presId="urn:microsoft.com/office/officeart/2018/2/layout/IconVerticalSolidList"/>
    <dgm:cxn modelId="{077CDC01-0AB2-4928-A8C8-AFB0844DC0D4}" type="presParOf" srcId="{9277C434-F48B-4684-90B7-C6B229FB481E}" destId="{3793ACF6-DA22-4453-B870-4DFC5EB78346}" srcOrd="2" destOrd="0" presId="urn:microsoft.com/office/officeart/2018/2/layout/IconVerticalSolidList"/>
    <dgm:cxn modelId="{BCDB2DA8-5B30-464C-9BA0-C994749029DC}" type="presParOf" srcId="{9277C434-F48B-4684-90B7-C6B229FB481E}" destId="{6BC1DA33-7803-47FC-BBD5-1CEBC209166B}" srcOrd="3" destOrd="0" presId="urn:microsoft.com/office/officeart/2018/2/layout/IconVerticalSolidList"/>
    <dgm:cxn modelId="{A825B3F2-2AA2-498F-B440-17E178E953BC}" type="presParOf" srcId="{BC36FE25-94B8-4395-AC1C-DF42A09F890E}" destId="{85369176-1F73-448E-8C3B-A28D2CEE979E}" srcOrd="1" destOrd="0" presId="urn:microsoft.com/office/officeart/2018/2/layout/IconVerticalSolidList"/>
    <dgm:cxn modelId="{A7E37BB4-1EE8-4B67-8D1D-2E77D82367A4}" type="presParOf" srcId="{BC36FE25-94B8-4395-AC1C-DF42A09F890E}" destId="{1D1670AD-2272-4FC0-BD16-03958A0F500F}" srcOrd="2" destOrd="0" presId="urn:microsoft.com/office/officeart/2018/2/layout/IconVerticalSolidList"/>
    <dgm:cxn modelId="{D31EBA9D-57B4-4F67-94D6-BB9ADFD788DC}" type="presParOf" srcId="{1D1670AD-2272-4FC0-BD16-03958A0F500F}" destId="{43CF1883-3452-4A5C-B47F-EE255BA71176}" srcOrd="0" destOrd="0" presId="urn:microsoft.com/office/officeart/2018/2/layout/IconVerticalSolidList"/>
    <dgm:cxn modelId="{3508F607-23D6-4472-AA53-2F731298C683}" type="presParOf" srcId="{1D1670AD-2272-4FC0-BD16-03958A0F500F}" destId="{F71B9607-2855-4B3F-AED1-92CA10D3AE4F}" srcOrd="1" destOrd="0" presId="urn:microsoft.com/office/officeart/2018/2/layout/IconVerticalSolidList"/>
    <dgm:cxn modelId="{F1C5C488-DB15-4F2B-A9A1-80651FBA6519}" type="presParOf" srcId="{1D1670AD-2272-4FC0-BD16-03958A0F500F}" destId="{1231052B-4155-4161-BF34-6E7D7F1AAF89}" srcOrd="2" destOrd="0" presId="urn:microsoft.com/office/officeart/2018/2/layout/IconVerticalSolidList"/>
    <dgm:cxn modelId="{AD2DF210-5B0F-4A5E-A58F-14C9F73ABD81}" type="presParOf" srcId="{1D1670AD-2272-4FC0-BD16-03958A0F500F}" destId="{3C0A945E-AC07-4B6E-AED8-0770F64FD676}" srcOrd="3" destOrd="0" presId="urn:microsoft.com/office/officeart/2018/2/layout/IconVerticalSolidList"/>
    <dgm:cxn modelId="{D9888203-15C1-4C67-86D7-EAD8B18F21B1}" type="presParOf" srcId="{BC36FE25-94B8-4395-AC1C-DF42A09F890E}" destId="{5D06C131-3149-4386-845F-E6FE4C78F837}" srcOrd="3" destOrd="0" presId="urn:microsoft.com/office/officeart/2018/2/layout/IconVerticalSolidList"/>
    <dgm:cxn modelId="{99B8B879-0339-485C-B06E-1BBCA80551D8}" type="presParOf" srcId="{BC36FE25-94B8-4395-AC1C-DF42A09F890E}" destId="{AB57D733-04DF-47E9-A6C1-705F8878370D}" srcOrd="4" destOrd="0" presId="urn:microsoft.com/office/officeart/2018/2/layout/IconVerticalSolidList"/>
    <dgm:cxn modelId="{60BB5575-F1C8-48FB-A9A4-1FB56CE91F17}" type="presParOf" srcId="{AB57D733-04DF-47E9-A6C1-705F8878370D}" destId="{E336C288-8921-4D70-B7B4-221959F1FC4F}" srcOrd="0" destOrd="0" presId="urn:microsoft.com/office/officeart/2018/2/layout/IconVerticalSolidList"/>
    <dgm:cxn modelId="{962765E7-273F-4F4E-AC95-46414763684E}" type="presParOf" srcId="{AB57D733-04DF-47E9-A6C1-705F8878370D}" destId="{522255C0-6611-45F3-893D-2A62439CFDC8}" srcOrd="1" destOrd="0" presId="urn:microsoft.com/office/officeart/2018/2/layout/IconVerticalSolidList"/>
    <dgm:cxn modelId="{380710C8-07CB-4690-9FB7-CDABCF477A1C}" type="presParOf" srcId="{AB57D733-04DF-47E9-A6C1-705F8878370D}" destId="{97D846E0-F598-47DB-8C0E-0793DCF7728B}" srcOrd="2" destOrd="0" presId="urn:microsoft.com/office/officeart/2018/2/layout/IconVerticalSolidList"/>
    <dgm:cxn modelId="{0D9D3E0A-E77B-44D7-BF92-6688E32E9D3E}" type="presParOf" srcId="{AB57D733-04DF-47E9-A6C1-705F8878370D}" destId="{1F4184F0-3C33-4F73-9D26-FE6BC61057F2}" srcOrd="3" destOrd="0" presId="urn:microsoft.com/office/officeart/2018/2/layout/IconVerticalSolidList"/>
    <dgm:cxn modelId="{49F00ABF-C4A7-46B4-9F2F-59D03735918B}" type="presParOf" srcId="{BC36FE25-94B8-4395-AC1C-DF42A09F890E}" destId="{477266E6-7F2B-46D3-A719-BBF4BA652357}" srcOrd="5" destOrd="0" presId="urn:microsoft.com/office/officeart/2018/2/layout/IconVerticalSolidList"/>
    <dgm:cxn modelId="{96991D14-0C3B-4D06-9760-22F1E7872A35}" type="presParOf" srcId="{BC36FE25-94B8-4395-AC1C-DF42A09F890E}" destId="{0FE776C0-5C76-416A-9C06-F7A503E316D7}" srcOrd="6" destOrd="0" presId="urn:microsoft.com/office/officeart/2018/2/layout/IconVerticalSolidList"/>
    <dgm:cxn modelId="{35F0AE17-AD5F-4260-99E1-984AEB66601F}" type="presParOf" srcId="{0FE776C0-5C76-416A-9C06-F7A503E316D7}" destId="{A5F45DE2-AE61-495F-917D-9FF40795A9BE}" srcOrd="0" destOrd="0" presId="urn:microsoft.com/office/officeart/2018/2/layout/IconVerticalSolidList"/>
    <dgm:cxn modelId="{265642EF-C0C1-4F2F-8DCD-529CCCC4ED4B}" type="presParOf" srcId="{0FE776C0-5C76-416A-9C06-F7A503E316D7}" destId="{44299D53-3FFC-4188-AD90-83CF825D2A15}" srcOrd="1" destOrd="0" presId="urn:microsoft.com/office/officeart/2018/2/layout/IconVerticalSolidList"/>
    <dgm:cxn modelId="{4EF3396F-7B39-458C-B724-5F95B2BD2094}" type="presParOf" srcId="{0FE776C0-5C76-416A-9C06-F7A503E316D7}" destId="{FF5CF643-C6E0-402E-96DD-164CD1D12EF2}" srcOrd="2" destOrd="0" presId="urn:microsoft.com/office/officeart/2018/2/layout/IconVerticalSolidList"/>
    <dgm:cxn modelId="{2389AC4B-480A-4DB2-8308-83CD95E08526}" type="presParOf" srcId="{0FE776C0-5C76-416A-9C06-F7A503E316D7}" destId="{EA401859-30C0-464E-81AE-9773E8992979}" srcOrd="3" destOrd="0" presId="urn:microsoft.com/office/officeart/2018/2/layout/IconVerticalSolidList"/>
    <dgm:cxn modelId="{F97F486F-8422-4E94-AC8C-FF8574826466}" type="presParOf" srcId="{BC36FE25-94B8-4395-AC1C-DF42A09F890E}" destId="{E5069FAF-9F08-472D-A353-0A475289297A}" srcOrd="7" destOrd="0" presId="urn:microsoft.com/office/officeart/2018/2/layout/IconVerticalSolidList"/>
    <dgm:cxn modelId="{5912A964-4BD0-4CCD-AD41-70B2FE6BB9CD}" type="presParOf" srcId="{BC36FE25-94B8-4395-AC1C-DF42A09F890E}" destId="{EFC14977-0F1D-4195-96BD-BB2A8F9AF60B}" srcOrd="8" destOrd="0" presId="urn:microsoft.com/office/officeart/2018/2/layout/IconVerticalSolidList"/>
    <dgm:cxn modelId="{ACFDDD86-D607-4AEA-8605-0DD9323EBC81}" type="presParOf" srcId="{EFC14977-0F1D-4195-96BD-BB2A8F9AF60B}" destId="{9E691EEC-3C5E-409D-9B45-0F2488ABE8BF}" srcOrd="0" destOrd="0" presId="urn:microsoft.com/office/officeart/2018/2/layout/IconVerticalSolidList"/>
    <dgm:cxn modelId="{5AD24A73-4547-4DC5-9832-9E462F2F1575}" type="presParOf" srcId="{EFC14977-0F1D-4195-96BD-BB2A8F9AF60B}" destId="{DEEC1F1F-86A6-4BEB-9C86-66636326672C}" srcOrd="1" destOrd="0" presId="urn:microsoft.com/office/officeart/2018/2/layout/IconVerticalSolidList"/>
    <dgm:cxn modelId="{5BC912F9-F297-47CB-93A8-43AC5ACDAC8F}" type="presParOf" srcId="{EFC14977-0F1D-4195-96BD-BB2A8F9AF60B}" destId="{105538B4-7E9C-4288-9C49-81BCBD9B69B5}" srcOrd="2" destOrd="0" presId="urn:microsoft.com/office/officeart/2018/2/layout/IconVerticalSolidList"/>
    <dgm:cxn modelId="{14827964-3FC0-4870-9E7D-747736098DFF}" type="presParOf" srcId="{EFC14977-0F1D-4195-96BD-BB2A8F9AF60B}" destId="{3B58F637-9981-45B6-A3A9-082717D69D1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188958-BF3D-49F7-95CC-D4B29BB1136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3D962BE-0994-43F9-AEFC-4A9D566FDD66}">
      <dgm:prSet/>
      <dgm:spPr/>
      <dgm:t>
        <a:bodyPr/>
        <a:lstStyle/>
        <a:p>
          <a:r>
            <a:rPr lang="en-US"/>
            <a:t>The solution delivers a scalable and secure platform</a:t>
          </a:r>
        </a:p>
      </dgm:t>
    </dgm:pt>
    <dgm:pt modelId="{DC5D152B-2B01-46D6-A6DB-2E931F208A66}" type="parTrans" cxnId="{7C6DE248-E6E5-4C8E-AFDE-E8AC0C63B85A}">
      <dgm:prSet/>
      <dgm:spPr/>
      <dgm:t>
        <a:bodyPr/>
        <a:lstStyle/>
        <a:p>
          <a:endParaRPr lang="en-US"/>
        </a:p>
      </dgm:t>
    </dgm:pt>
    <dgm:pt modelId="{220441A8-4151-47D6-B51E-82EE59FCF781}" type="sibTrans" cxnId="{7C6DE248-E6E5-4C8E-AFDE-E8AC0C63B85A}">
      <dgm:prSet/>
      <dgm:spPr/>
      <dgm:t>
        <a:bodyPr/>
        <a:lstStyle/>
        <a:p>
          <a:endParaRPr lang="en-US"/>
        </a:p>
      </dgm:t>
    </dgm:pt>
    <dgm:pt modelId="{3423D9E3-62AF-4512-AAEF-5B677B716DCD}">
      <dgm:prSet/>
      <dgm:spPr/>
      <dgm:t>
        <a:bodyPr/>
        <a:lstStyle/>
        <a:p>
          <a:r>
            <a:rPr lang="en-US"/>
            <a:t>to enhance community engagement and efficiency.</a:t>
          </a:r>
        </a:p>
      </dgm:t>
    </dgm:pt>
    <dgm:pt modelId="{39404FEC-6B39-452C-8491-D3A7A1E2C853}" type="parTrans" cxnId="{1ED18920-1181-4E8B-A23F-51E3AA5DE9BE}">
      <dgm:prSet/>
      <dgm:spPr/>
      <dgm:t>
        <a:bodyPr/>
        <a:lstStyle/>
        <a:p>
          <a:endParaRPr lang="en-US"/>
        </a:p>
      </dgm:t>
    </dgm:pt>
    <dgm:pt modelId="{2FB4BBDC-8EB3-406A-B33A-3255588655C8}" type="sibTrans" cxnId="{1ED18920-1181-4E8B-A23F-51E3AA5DE9BE}">
      <dgm:prSet/>
      <dgm:spPr/>
      <dgm:t>
        <a:bodyPr/>
        <a:lstStyle/>
        <a:p>
          <a:endParaRPr lang="en-US"/>
        </a:p>
      </dgm:t>
    </dgm:pt>
    <dgm:pt modelId="{B7D03561-D2C9-48B4-997B-A2C2DED91A7C}">
      <dgm:prSet/>
      <dgm:spPr/>
      <dgm:t>
        <a:bodyPr/>
        <a:lstStyle/>
        <a:p>
          <a:r>
            <a:rPr lang="en-US"/>
            <a:t>Immediate Next Steps:</a:t>
          </a:r>
        </a:p>
      </dgm:t>
    </dgm:pt>
    <dgm:pt modelId="{76613BB6-8ECB-4612-8074-C3D1B411E38A}" type="parTrans" cxnId="{FFEC6BC3-FF81-4A1D-9D29-4846CC6F08E9}">
      <dgm:prSet/>
      <dgm:spPr/>
      <dgm:t>
        <a:bodyPr/>
        <a:lstStyle/>
        <a:p>
          <a:endParaRPr lang="en-US"/>
        </a:p>
      </dgm:t>
    </dgm:pt>
    <dgm:pt modelId="{90F5F686-AC04-4A55-A71C-DC227F463D53}" type="sibTrans" cxnId="{FFEC6BC3-FF81-4A1D-9D29-4846CC6F08E9}">
      <dgm:prSet/>
      <dgm:spPr/>
      <dgm:t>
        <a:bodyPr/>
        <a:lstStyle/>
        <a:p>
          <a:endParaRPr lang="en-US"/>
        </a:p>
      </dgm:t>
    </dgm:pt>
    <dgm:pt modelId="{86D22DF1-F9B5-4B5A-8406-C2D8C7D2AE58}">
      <dgm:prSet/>
      <dgm:spPr/>
      <dgm:t>
        <a:bodyPr/>
        <a:lstStyle/>
        <a:p>
          <a:r>
            <a:rPr lang="en-US"/>
            <a:t>- Finalize technology stack</a:t>
          </a:r>
        </a:p>
      </dgm:t>
    </dgm:pt>
    <dgm:pt modelId="{F63DDB84-C6D9-47B0-94F0-8EA000DCC9F3}" type="parTrans" cxnId="{6763C0FB-E32C-4214-B08A-9DE52BAA59E1}">
      <dgm:prSet/>
      <dgm:spPr/>
      <dgm:t>
        <a:bodyPr/>
        <a:lstStyle/>
        <a:p>
          <a:endParaRPr lang="en-US"/>
        </a:p>
      </dgm:t>
    </dgm:pt>
    <dgm:pt modelId="{4972A4FC-48F6-4D23-9170-D5F196B5488A}" type="sibTrans" cxnId="{6763C0FB-E32C-4214-B08A-9DE52BAA59E1}">
      <dgm:prSet/>
      <dgm:spPr/>
      <dgm:t>
        <a:bodyPr/>
        <a:lstStyle/>
        <a:p>
          <a:endParaRPr lang="en-US"/>
        </a:p>
      </dgm:t>
    </dgm:pt>
    <dgm:pt modelId="{2634AB83-B766-4FE1-A3C9-A5643C0A4106}">
      <dgm:prSet/>
      <dgm:spPr/>
      <dgm:t>
        <a:bodyPr/>
        <a:lstStyle/>
        <a:p>
          <a:r>
            <a:rPr lang="en-US"/>
            <a:t>- Develop MVP</a:t>
          </a:r>
        </a:p>
      </dgm:t>
    </dgm:pt>
    <dgm:pt modelId="{3591B082-70DD-43B7-B1DD-11673C240CB7}" type="parTrans" cxnId="{FFD18DFC-3FF1-425F-9AB5-29ECE9EC193A}">
      <dgm:prSet/>
      <dgm:spPr/>
      <dgm:t>
        <a:bodyPr/>
        <a:lstStyle/>
        <a:p>
          <a:endParaRPr lang="en-US"/>
        </a:p>
      </dgm:t>
    </dgm:pt>
    <dgm:pt modelId="{09CBF828-276E-45BE-9DAD-3EFE15729918}" type="sibTrans" cxnId="{FFD18DFC-3FF1-425F-9AB5-29ECE9EC193A}">
      <dgm:prSet/>
      <dgm:spPr/>
      <dgm:t>
        <a:bodyPr/>
        <a:lstStyle/>
        <a:p>
          <a:endParaRPr lang="en-US"/>
        </a:p>
      </dgm:t>
    </dgm:pt>
    <dgm:pt modelId="{862310F1-42DE-4F88-8045-5E55E67D2BAE}">
      <dgm:prSet/>
      <dgm:spPr/>
      <dgm:t>
        <a:bodyPr/>
        <a:lstStyle/>
        <a:p>
          <a:r>
            <a:rPr lang="en-US"/>
            <a:t>- Conduct pilot testing</a:t>
          </a:r>
        </a:p>
      </dgm:t>
    </dgm:pt>
    <dgm:pt modelId="{78C8858B-BDD4-4FFF-85FC-0EAD9F300CC8}" type="parTrans" cxnId="{7B13001F-FF66-4B2C-AB7D-1148D0210888}">
      <dgm:prSet/>
      <dgm:spPr/>
      <dgm:t>
        <a:bodyPr/>
        <a:lstStyle/>
        <a:p>
          <a:endParaRPr lang="en-US"/>
        </a:p>
      </dgm:t>
    </dgm:pt>
    <dgm:pt modelId="{479159BF-8571-4213-9588-F867156AC708}" type="sibTrans" cxnId="{7B13001F-FF66-4B2C-AB7D-1148D0210888}">
      <dgm:prSet/>
      <dgm:spPr/>
      <dgm:t>
        <a:bodyPr/>
        <a:lstStyle/>
        <a:p>
          <a:endParaRPr lang="en-US"/>
        </a:p>
      </dgm:t>
    </dgm:pt>
    <dgm:pt modelId="{A81AA52E-BC2E-465E-A24F-7CC160F90E01}">
      <dgm:prSet/>
      <dgm:spPr/>
      <dgm:t>
        <a:bodyPr/>
        <a:lstStyle/>
        <a:p>
          <a:r>
            <a:rPr lang="en-US"/>
            <a:t>- Gather feedback</a:t>
          </a:r>
        </a:p>
      </dgm:t>
    </dgm:pt>
    <dgm:pt modelId="{1BA79D1A-8E3A-41E0-8731-909E0F332ED9}" type="parTrans" cxnId="{4907EE5D-B028-4204-AE0D-A33D26A4799D}">
      <dgm:prSet/>
      <dgm:spPr/>
      <dgm:t>
        <a:bodyPr/>
        <a:lstStyle/>
        <a:p>
          <a:endParaRPr lang="en-US"/>
        </a:p>
      </dgm:t>
    </dgm:pt>
    <dgm:pt modelId="{8076EDAF-D73B-45D7-A1C3-B3D9AAA7C773}" type="sibTrans" cxnId="{4907EE5D-B028-4204-AE0D-A33D26A4799D}">
      <dgm:prSet/>
      <dgm:spPr/>
      <dgm:t>
        <a:bodyPr/>
        <a:lstStyle/>
        <a:p>
          <a:endParaRPr lang="en-US"/>
        </a:p>
      </dgm:t>
    </dgm:pt>
    <dgm:pt modelId="{A9FAE274-AFE3-4FFB-8D06-52C13C32E274}">
      <dgm:prSet/>
      <dgm:spPr/>
      <dgm:t>
        <a:bodyPr/>
        <a:lstStyle/>
        <a:p>
          <a:r>
            <a:rPr lang="en-US"/>
            <a:t>- Deploy full version</a:t>
          </a:r>
        </a:p>
      </dgm:t>
    </dgm:pt>
    <dgm:pt modelId="{E8BA94CD-D893-40DC-A269-1EF133B8CB32}" type="parTrans" cxnId="{1DB89170-2EA2-472D-AB88-43440B9232E7}">
      <dgm:prSet/>
      <dgm:spPr/>
      <dgm:t>
        <a:bodyPr/>
        <a:lstStyle/>
        <a:p>
          <a:endParaRPr lang="en-US"/>
        </a:p>
      </dgm:t>
    </dgm:pt>
    <dgm:pt modelId="{F957EA28-4484-458B-9B65-A225C8C6CD80}" type="sibTrans" cxnId="{1DB89170-2EA2-472D-AB88-43440B9232E7}">
      <dgm:prSet/>
      <dgm:spPr/>
      <dgm:t>
        <a:bodyPr/>
        <a:lstStyle/>
        <a:p>
          <a:endParaRPr lang="en-US"/>
        </a:p>
      </dgm:t>
    </dgm:pt>
    <dgm:pt modelId="{5A4A38AD-44D2-4461-8774-88EF7886DD02}" type="pres">
      <dgm:prSet presAssocID="{3F188958-BF3D-49F7-95CC-D4B29BB11363}" presName="root" presStyleCnt="0">
        <dgm:presLayoutVars>
          <dgm:dir/>
          <dgm:resizeHandles val="exact"/>
        </dgm:presLayoutVars>
      </dgm:prSet>
      <dgm:spPr/>
    </dgm:pt>
    <dgm:pt modelId="{58512590-E90A-4341-BB64-B8364E977856}" type="pres">
      <dgm:prSet presAssocID="{73D962BE-0994-43F9-AEFC-4A9D566FDD66}" presName="compNode" presStyleCnt="0"/>
      <dgm:spPr/>
    </dgm:pt>
    <dgm:pt modelId="{988FB309-19F3-4659-A19E-8138E18534C9}" type="pres">
      <dgm:prSet presAssocID="{73D962BE-0994-43F9-AEFC-4A9D566FDD66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33FB3956-B167-41FC-B607-BB0A162389A9}" type="pres">
      <dgm:prSet presAssocID="{73D962BE-0994-43F9-AEFC-4A9D566FDD66}" presName="spaceRect" presStyleCnt="0"/>
      <dgm:spPr/>
    </dgm:pt>
    <dgm:pt modelId="{EC01EAAF-58E7-4F50-90DB-28EDCB622450}" type="pres">
      <dgm:prSet presAssocID="{73D962BE-0994-43F9-AEFC-4A9D566FDD66}" presName="textRect" presStyleLbl="revTx" presStyleIdx="0" presStyleCnt="8">
        <dgm:presLayoutVars>
          <dgm:chMax val="1"/>
          <dgm:chPref val="1"/>
        </dgm:presLayoutVars>
      </dgm:prSet>
      <dgm:spPr/>
    </dgm:pt>
    <dgm:pt modelId="{9EAAE081-ED3C-46AD-A855-566E46D62DA5}" type="pres">
      <dgm:prSet presAssocID="{220441A8-4151-47D6-B51E-82EE59FCF781}" presName="sibTrans" presStyleCnt="0"/>
      <dgm:spPr/>
    </dgm:pt>
    <dgm:pt modelId="{B2409FDB-9DC5-49A1-B1AB-90912FBEF452}" type="pres">
      <dgm:prSet presAssocID="{3423D9E3-62AF-4512-AAEF-5B677B716DCD}" presName="compNode" presStyleCnt="0"/>
      <dgm:spPr/>
    </dgm:pt>
    <dgm:pt modelId="{F10A6442-6C3B-48C0-A653-7442D4CB1C2B}" type="pres">
      <dgm:prSet presAssocID="{3423D9E3-62AF-4512-AAEF-5B677B716DCD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46C13F20-42D1-4B09-923D-8F8B4189B569}" type="pres">
      <dgm:prSet presAssocID="{3423D9E3-62AF-4512-AAEF-5B677B716DCD}" presName="spaceRect" presStyleCnt="0"/>
      <dgm:spPr/>
    </dgm:pt>
    <dgm:pt modelId="{9CFEF030-EBC2-47DF-A3B0-CD5F82EAA3F4}" type="pres">
      <dgm:prSet presAssocID="{3423D9E3-62AF-4512-AAEF-5B677B716DCD}" presName="textRect" presStyleLbl="revTx" presStyleIdx="1" presStyleCnt="8">
        <dgm:presLayoutVars>
          <dgm:chMax val="1"/>
          <dgm:chPref val="1"/>
        </dgm:presLayoutVars>
      </dgm:prSet>
      <dgm:spPr/>
    </dgm:pt>
    <dgm:pt modelId="{C2FB332F-C703-4C1C-96B4-5A0D145F58AE}" type="pres">
      <dgm:prSet presAssocID="{2FB4BBDC-8EB3-406A-B33A-3255588655C8}" presName="sibTrans" presStyleCnt="0"/>
      <dgm:spPr/>
    </dgm:pt>
    <dgm:pt modelId="{0BD5D403-32FC-4524-8C48-9E3E1BB254EC}" type="pres">
      <dgm:prSet presAssocID="{B7D03561-D2C9-48B4-997B-A2C2DED91A7C}" presName="compNode" presStyleCnt="0"/>
      <dgm:spPr/>
    </dgm:pt>
    <dgm:pt modelId="{DFF9317A-5ABC-49A0-83AB-860FC3F035AA}" type="pres">
      <dgm:prSet presAssocID="{B7D03561-D2C9-48B4-997B-A2C2DED91A7C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prints"/>
        </a:ext>
      </dgm:extLst>
    </dgm:pt>
    <dgm:pt modelId="{CDB5F801-4234-4D9A-8677-57BEADD559D4}" type="pres">
      <dgm:prSet presAssocID="{B7D03561-D2C9-48B4-997B-A2C2DED91A7C}" presName="spaceRect" presStyleCnt="0"/>
      <dgm:spPr/>
    </dgm:pt>
    <dgm:pt modelId="{FCAF070B-7E13-40EF-8744-63DF2B015757}" type="pres">
      <dgm:prSet presAssocID="{B7D03561-D2C9-48B4-997B-A2C2DED91A7C}" presName="textRect" presStyleLbl="revTx" presStyleIdx="2" presStyleCnt="8">
        <dgm:presLayoutVars>
          <dgm:chMax val="1"/>
          <dgm:chPref val="1"/>
        </dgm:presLayoutVars>
      </dgm:prSet>
      <dgm:spPr/>
    </dgm:pt>
    <dgm:pt modelId="{56073F31-A89D-40A6-8546-A37C9AE1456B}" type="pres">
      <dgm:prSet presAssocID="{90F5F686-AC04-4A55-A71C-DC227F463D53}" presName="sibTrans" presStyleCnt="0"/>
      <dgm:spPr/>
    </dgm:pt>
    <dgm:pt modelId="{2CC883DD-77ED-4BED-8557-27678DC97021}" type="pres">
      <dgm:prSet presAssocID="{86D22DF1-F9B5-4B5A-8406-C2D8C7D2AE58}" presName="compNode" presStyleCnt="0"/>
      <dgm:spPr/>
    </dgm:pt>
    <dgm:pt modelId="{BCE5D81E-E343-4472-B191-493FC4BD5271}" type="pres">
      <dgm:prSet presAssocID="{86D22DF1-F9B5-4B5A-8406-C2D8C7D2AE58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E4947FA-0753-4BD3-ABA3-A3BE949F63B0}" type="pres">
      <dgm:prSet presAssocID="{86D22DF1-F9B5-4B5A-8406-C2D8C7D2AE58}" presName="spaceRect" presStyleCnt="0"/>
      <dgm:spPr/>
    </dgm:pt>
    <dgm:pt modelId="{805D90D2-6A1D-4FCA-9A4F-F403A743E3E9}" type="pres">
      <dgm:prSet presAssocID="{86D22DF1-F9B5-4B5A-8406-C2D8C7D2AE58}" presName="textRect" presStyleLbl="revTx" presStyleIdx="3" presStyleCnt="8">
        <dgm:presLayoutVars>
          <dgm:chMax val="1"/>
          <dgm:chPref val="1"/>
        </dgm:presLayoutVars>
      </dgm:prSet>
      <dgm:spPr/>
    </dgm:pt>
    <dgm:pt modelId="{8E5C12E3-2DD7-41B7-BDAC-3B11111E638D}" type="pres">
      <dgm:prSet presAssocID="{4972A4FC-48F6-4D23-9170-D5F196B5488A}" presName="sibTrans" presStyleCnt="0"/>
      <dgm:spPr/>
    </dgm:pt>
    <dgm:pt modelId="{DF56CB49-4B0B-4FC1-AD22-F4C9B7625DD2}" type="pres">
      <dgm:prSet presAssocID="{2634AB83-B766-4FE1-A3C9-A5643C0A4106}" presName="compNode" presStyleCnt="0"/>
      <dgm:spPr/>
    </dgm:pt>
    <dgm:pt modelId="{B5203E92-03FA-4532-AA71-B6B94B2D445A}" type="pres">
      <dgm:prSet presAssocID="{2634AB83-B766-4FE1-A3C9-A5643C0A4106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17B1E62-FFF8-4DFD-A1C0-2697D9442910}" type="pres">
      <dgm:prSet presAssocID="{2634AB83-B766-4FE1-A3C9-A5643C0A4106}" presName="spaceRect" presStyleCnt="0"/>
      <dgm:spPr/>
    </dgm:pt>
    <dgm:pt modelId="{9F7B3724-C284-4D43-A12C-430BBA5640D2}" type="pres">
      <dgm:prSet presAssocID="{2634AB83-B766-4FE1-A3C9-A5643C0A4106}" presName="textRect" presStyleLbl="revTx" presStyleIdx="4" presStyleCnt="8">
        <dgm:presLayoutVars>
          <dgm:chMax val="1"/>
          <dgm:chPref val="1"/>
        </dgm:presLayoutVars>
      </dgm:prSet>
      <dgm:spPr/>
    </dgm:pt>
    <dgm:pt modelId="{0387742F-D4AF-412A-A104-ACD396373859}" type="pres">
      <dgm:prSet presAssocID="{09CBF828-276E-45BE-9DAD-3EFE15729918}" presName="sibTrans" presStyleCnt="0"/>
      <dgm:spPr/>
    </dgm:pt>
    <dgm:pt modelId="{0584955F-F537-498D-BB80-0D457AB80164}" type="pres">
      <dgm:prSet presAssocID="{862310F1-42DE-4F88-8045-5E55E67D2BAE}" presName="compNode" presStyleCnt="0"/>
      <dgm:spPr/>
    </dgm:pt>
    <dgm:pt modelId="{3469310F-B202-4ED1-8E9B-E184C91BADBB}" type="pres">
      <dgm:prSet presAssocID="{862310F1-42DE-4F88-8045-5E55E67D2BAE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59A72449-B86B-4892-9AAB-DBC340767CFC}" type="pres">
      <dgm:prSet presAssocID="{862310F1-42DE-4F88-8045-5E55E67D2BAE}" presName="spaceRect" presStyleCnt="0"/>
      <dgm:spPr/>
    </dgm:pt>
    <dgm:pt modelId="{F03A9959-6E54-4F73-96B8-5514FD91A3D0}" type="pres">
      <dgm:prSet presAssocID="{862310F1-42DE-4F88-8045-5E55E67D2BAE}" presName="textRect" presStyleLbl="revTx" presStyleIdx="5" presStyleCnt="8">
        <dgm:presLayoutVars>
          <dgm:chMax val="1"/>
          <dgm:chPref val="1"/>
        </dgm:presLayoutVars>
      </dgm:prSet>
      <dgm:spPr/>
    </dgm:pt>
    <dgm:pt modelId="{6D0F477A-3568-4CE6-A44C-99A43722854F}" type="pres">
      <dgm:prSet presAssocID="{479159BF-8571-4213-9588-F867156AC708}" presName="sibTrans" presStyleCnt="0"/>
      <dgm:spPr/>
    </dgm:pt>
    <dgm:pt modelId="{B109778D-3BC2-4AF0-81BE-FA7492019723}" type="pres">
      <dgm:prSet presAssocID="{A81AA52E-BC2E-465E-A24F-7CC160F90E01}" presName="compNode" presStyleCnt="0"/>
      <dgm:spPr/>
    </dgm:pt>
    <dgm:pt modelId="{64E65FE8-F2B7-42C2-8B57-6CD5BA5519A6}" type="pres">
      <dgm:prSet presAssocID="{A81AA52E-BC2E-465E-A24F-7CC160F90E01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0DCEF00-3CB9-48B3-826B-95D3399ED5DE}" type="pres">
      <dgm:prSet presAssocID="{A81AA52E-BC2E-465E-A24F-7CC160F90E01}" presName="spaceRect" presStyleCnt="0"/>
      <dgm:spPr/>
    </dgm:pt>
    <dgm:pt modelId="{472B6062-A82E-4349-B8CB-260D1E35AEFE}" type="pres">
      <dgm:prSet presAssocID="{A81AA52E-BC2E-465E-A24F-7CC160F90E01}" presName="textRect" presStyleLbl="revTx" presStyleIdx="6" presStyleCnt="8">
        <dgm:presLayoutVars>
          <dgm:chMax val="1"/>
          <dgm:chPref val="1"/>
        </dgm:presLayoutVars>
      </dgm:prSet>
      <dgm:spPr/>
    </dgm:pt>
    <dgm:pt modelId="{F5C8371C-F1E5-4ED0-B129-10160B7BA3DF}" type="pres">
      <dgm:prSet presAssocID="{8076EDAF-D73B-45D7-A1C3-B3D9AAA7C773}" presName="sibTrans" presStyleCnt="0"/>
      <dgm:spPr/>
    </dgm:pt>
    <dgm:pt modelId="{CCE94328-17CE-4910-AE2F-C0923F9A664C}" type="pres">
      <dgm:prSet presAssocID="{A9FAE274-AFE3-4FFB-8D06-52C13C32E274}" presName="compNode" presStyleCnt="0"/>
      <dgm:spPr/>
    </dgm:pt>
    <dgm:pt modelId="{FD46E9D9-56C5-45C9-8542-63B5DEE1C953}" type="pres">
      <dgm:prSet presAssocID="{A9FAE274-AFE3-4FFB-8D06-52C13C32E274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937542B9-6C75-4198-9C8A-C2A37DD76EAC}" type="pres">
      <dgm:prSet presAssocID="{A9FAE274-AFE3-4FFB-8D06-52C13C32E274}" presName="spaceRect" presStyleCnt="0"/>
      <dgm:spPr/>
    </dgm:pt>
    <dgm:pt modelId="{C248A47F-9BAF-443E-86EC-B03B35D18F1A}" type="pres">
      <dgm:prSet presAssocID="{A9FAE274-AFE3-4FFB-8D06-52C13C32E274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5C8E0417-6FFA-4189-A676-D3F4EEADF6BD}" type="presOf" srcId="{862310F1-42DE-4F88-8045-5E55E67D2BAE}" destId="{F03A9959-6E54-4F73-96B8-5514FD91A3D0}" srcOrd="0" destOrd="0" presId="urn:microsoft.com/office/officeart/2018/2/layout/IconLabelList"/>
    <dgm:cxn modelId="{7B13001F-FF66-4B2C-AB7D-1148D0210888}" srcId="{3F188958-BF3D-49F7-95CC-D4B29BB11363}" destId="{862310F1-42DE-4F88-8045-5E55E67D2BAE}" srcOrd="5" destOrd="0" parTransId="{78C8858B-BDD4-4FFF-85FC-0EAD9F300CC8}" sibTransId="{479159BF-8571-4213-9588-F867156AC708}"/>
    <dgm:cxn modelId="{1ED18920-1181-4E8B-A23F-51E3AA5DE9BE}" srcId="{3F188958-BF3D-49F7-95CC-D4B29BB11363}" destId="{3423D9E3-62AF-4512-AAEF-5B677B716DCD}" srcOrd="1" destOrd="0" parTransId="{39404FEC-6B39-452C-8491-D3A7A1E2C853}" sibTransId="{2FB4BBDC-8EB3-406A-B33A-3255588655C8}"/>
    <dgm:cxn modelId="{4907EE5D-B028-4204-AE0D-A33D26A4799D}" srcId="{3F188958-BF3D-49F7-95CC-D4B29BB11363}" destId="{A81AA52E-BC2E-465E-A24F-7CC160F90E01}" srcOrd="6" destOrd="0" parTransId="{1BA79D1A-8E3A-41E0-8731-909E0F332ED9}" sibTransId="{8076EDAF-D73B-45D7-A1C3-B3D9AAA7C773}"/>
    <dgm:cxn modelId="{0361B061-ACA9-42EA-B539-D7B2AE7A9A8D}" type="presOf" srcId="{A9FAE274-AFE3-4FFB-8D06-52C13C32E274}" destId="{C248A47F-9BAF-443E-86EC-B03B35D18F1A}" srcOrd="0" destOrd="0" presId="urn:microsoft.com/office/officeart/2018/2/layout/IconLabelList"/>
    <dgm:cxn modelId="{7C6DE248-E6E5-4C8E-AFDE-E8AC0C63B85A}" srcId="{3F188958-BF3D-49F7-95CC-D4B29BB11363}" destId="{73D962BE-0994-43F9-AEFC-4A9D566FDD66}" srcOrd="0" destOrd="0" parTransId="{DC5D152B-2B01-46D6-A6DB-2E931F208A66}" sibTransId="{220441A8-4151-47D6-B51E-82EE59FCF781}"/>
    <dgm:cxn modelId="{1DB89170-2EA2-472D-AB88-43440B9232E7}" srcId="{3F188958-BF3D-49F7-95CC-D4B29BB11363}" destId="{A9FAE274-AFE3-4FFB-8D06-52C13C32E274}" srcOrd="7" destOrd="0" parTransId="{E8BA94CD-D893-40DC-A269-1EF133B8CB32}" sibTransId="{F957EA28-4484-458B-9B65-A225C8C6CD80}"/>
    <dgm:cxn modelId="{41632652-15F2-4BD6-8CF2-9BC1692B8A97}" type="presOf" srcId="{2634AB83-B766-4FE1-A3C9-A5643C0A4106}" destId="{9F7B3724-C284-4D43-A12C-430BBA5640D2}" srcOrd="0" destOrd="0" presId="urn:microsoft.com/office/officeart/2018/2/layout/IconLabelList"/>
    <dgm:cxn modelId="{44C34B52-2A73-4477-94EC-D43A80949F7B}" type="presOf" srcId="{3F188958-BF3D-49F7-95CC-D4B29BB11363}" destId="{5A4A38AD-44D2-4461-8774-88EF7886DD02}" srcOrd="0" destOrd="0" presId="urn:microsoft.com/office/officeart/2018/2/layout/IconLabelList"/>
    <dgm:cxn modelId="{073D5DAC-8020-41FB-9FA6-F470518F10ED}" type="presOf" srcId="{3423D9E3-62AF-4512-AAEF-5B677B716DCD}" destId="{9CFEF030-EBC2-47DF-A3B0-CD5F82EAA3F4}" srcOrd="0" destOrd="0" presId="urn:microsoft.com/office/officeart/2018/2/layout/IconLabelList"/>
    <dgm:cxn modelId="{888EC6AF-D982-4421-9CC1-FA9E92108A68}" type="presOf" srcId="{B7D03561-D2C9-48B4-997B-A2C2DED91A7C}" destId="{FCAF070B-7E13-40EF-8744-63DF2B015757}" srcOrd="0" destOrd="0" presId="urn:microsoft.com/office/officeart/2018/2/layout/IconLabelList"/>
    <dgm:cxn modelId="{FFEC6BC3-FF81-4A1D-9D29-4846CC6F08E9}" srcId="{3F188958-BF3D-49F7-95CC-D4B29BB11363}" destId="{B7D03561-D2C9-48B4-997B-A2C2DED91A7C}" srcOrd="2" destOrd="0" parTransId="{76613BB6-8ECB-4612-8074-C3D1B411E38A}" sibTransId="{90F5F686-AC04-4A55-A71C-DC227F463D53}"/>
    <dgm:cxn modelId="{939EA0E2-983B-4554-8C75-C4A1567248FE}" type="presOf" srcId="{73D962BE-0994-43F9-AEFC-4A9D566FDD66}" destId="{EC01EAAF-58E7-4F50-90DB-28EDCB622450}" srcOrd="0" destOrd="0" presId="urn:microsoft.com/office/officeart/2018/2/layout/IconLabelList"/>
    <dgm:cxn modelId="{A034DEE9-AB35-4AD3-B52C-0B3C5429FFBE}" type="presOf" srcId="{86D22DF1-F9B5-4B5A-8406-C2D8C7D2AE58}" destId="{805D90D2-6A1D-4FCA-9A4F-F403A743E3E9}" srcOrd="0" destOrd="0" presId="urn:microsoft.com/office/officeart/2018/2/layout/IconLabelList"/>
    <dgm:cxn modelId="{47CEE8E9-628A-4D3E-93CD-18756CE77444}" type="presOf" srcId="{A81AA52E-BC2E-465E-A24F-7CC160F90E01}" destId="{472B6062-A82E-4349-B8CB-260D1E35AEFE}" srcOrd="0" destOrd="0" presId="urn:microsoft.com/office/officeart/2018/2/layout/IconLabelList"/>
    <dgm:cxn modelId="{6763C0FB-E32C-4214-B08A-9DE52BAA59E1}" srcId="{3F188958-BF3D-49F7-95CC-D4B29BB11363}" destId="{86D22DF1-F9B5-4B5A-8406-C2D8C7D2AE58}" srcOrd="3" destOrd="0" parTransId="{F63DDB84-C6D9-47B0-94F0-8EA000DCC9F3}" sibTransId="{4972A4FC-48F6-4D23-9170-D5F196B5488A}"/>
    <dgm:cxn modelId="{FFD18DFC-3FF1-425F-9AB5-29ECE9EC193A}" srcId="{3F188958-BF3D-49F7-95CC-D4B29BB11363}" destId="{2634AB83-B766-4FE1-A3C9-A5643C0A4106}" srcOrd="4" destOrd="0" parTransId="{3591B082-70DD-43B7-B1DD-11673C240CB7}" sibTransId="{09CBF828-276E-45BE-9DAD-3EFE15729918}"/>
    <dgm:cxn modelId="{0AC0B53E-B978-464B-AF1E-30AC5248184E}" type="presParOf" srcId="{5A4A38AD-44D2-4461-8774-88EF7886DD02}" destId="{58512590-E90A-4341-BB64-B8364E977856}" srcOrd="0" destOrd="0" presId="urn:microsoft.com/office/officeart/2018/2/layout/IconLabelList"/>
    <dgm:cxn modelId="{205AA242-4A89-453D-B5F9-B3A8DDC12585}" type="presParOf" srcId="{58512590-E90A-4341-BB64-B8364E977856}" destId="{988FB309-19F3-4659-A19E-8138E18534C9}" srcOrd="0" destOrd="0" presId="urn:microsoft.com/office/officeart/2018/2/layout/IconLabelList"/>
    <dgm:cxn modelId="{AF51F4B8-D759-4F6C-A983-83BCD9A77C80}" type="presParOf" srcId="{58512590-E90A-4341-BB64-B8364E977856}" destId="{33FB3956-B167-41FC-B607-BB0A162389A9}" srcOrd="1" destOrd="0" presId="urn:microsoft.com/office/officeart/2018/2/layout/IconLabelList"/>
    <dgm:cxn modelId="{C7D2008E-C81F-41C5-AFF6-1044D030C64C}" type="presParOf" srcId="{58512590-E90A-4341-BB64-B8364E977856}" destId="{EC01EAAF-58E7-4F50-90DB-28EDCB622450}" srcOrd="2" destOrd="0" presId="urn:microsoft.com/office/officeart/2018/2/layout/IconLabelList"/>
    <dgm:cxn modelId="{A21D187E-E510-4408-9EAE-DBE26D29A976}" type="presParOf" srcId="{5A4A38AD-44D2-4461-8774-88EF7886DD02}" destId="{9EAAE081-ED3C-46AD-A855-566E46D62DA5}" srcOrd="1" destOrd="0" presId="urn:microsoft.com/office/officeart/2018/2/layout/IconLabelList"/>
    <dgm:cxn modelId="{2BB1DE60-7FD6-4CFB-BC8E-AEA053D1582E}" type="presParOf" srcId="{5A4A38AD-44D2-4461-8774-88EF7886DD02}" destId="{B2409FDB-9DC5-49A1-B1AB-90912FBEF452}" srcOrd="2" destOrd="0" presId="urn:microsoft.com/office/officeart/2018/2/layout/IconLabelList"/>
    <dgm:cxn modelId="{AC31449E-8146-4684-89E1-9210DBB0061C}" type="presParOf" srcId="{B2409FDB-9DC5-49A1-B1AB-90912FBEF452}" destId="{F10A6442-6C3B-48C0-A653-7442D4CB1C2B}" srcOrd="0" destOrd="0" presId="urn:microsoft.com/office/officeart/2018/2/layout/IconLabelList"/>
    <dgm:cxn modelId="{925DF2D8-1E66-4517-8FAD-89ACDEB63E22}" type="presParOf" srcId="{B2409FDB-9DC5-49A1-B1AB-90912FBEF452}" destId="{46C13F20-42D1-4B09-923D-8F8B4189B569}" srcOrd="1" destOrd="0" presId="urn:microsoft.com/office/officeart/2018/2/layout/IconLabelList"/>
    <dgm:cxn modelId="{3DDF53CB-6D9F-4BF8-8DBB-1F339FC8D6A3}" type="presParOf" srcId="{B2409FDB-9DC5-49A1-B1AB-90912FBEF452}" destId="{9CFEF030-EBC2-47DF-A3B0-CD5F82EAA3F4}" srcOrd="2" destOrd="0" presId="urn:microsoft.com/office/officeart/2018/2/layout/IconLabelList"/>
    <dgm:cxn modelId="{9B480E1D-AFD1-4543-9548-A032FF8FAF7D}" type="presParOf" srcId="{5A4A38AD-44D2-4461-8774-88EF7886DD02}" destId="{C2FB332F-C703-4C1C-96B4-5A0D145F58AE}" srcOrd="3" destOrd="0" presId="urn:microsoft.com/office/officeart/2018/2/layout/IconLabelList"/>
    <dgm:cxn modelId="{E44240F5-1DB4-4C1F-BD07-DC7FB46B4D1F}" type="presParOf" srcId="{5A4A38AD-44D2-4461-8774-88EF7886DD02}" destId="{0BD5D403-32FC-4524-8C48-9E3E1BB254EC}" srcOrd="4" destOrd="0" presId="urn:microsoft.com/office/officeart/2018/2/layout/IconLabelList"/>
    <dgm:cxn modelId="{A63580C1-1D76-469F-A2BE-275D62ACCDD8}" type="presParOf" srcId="{0BD5D403-32FC-4524-8C48-9E3E1BB254EC}" destId="{DFF9317A-5ABC-49A0-83AB-860FC3F035AA}" srcOrd="0" destOrd="0" presId="urn:microsoft.com/office/officeart/2018/2/layout/IconLabelList"/>
    <dgm:cxn modelId="{716064CE-A931-4D1D-BE59-5CA97ED3D7B7}" type="presParOf" srcId="{0BD5D403-32FC-4524-8C48-9E3E1BB254EC}" destId="{CDB5F801-4234-4D9A-8677-57BEADD559D4}" srcOrd="1" destOrd="0" presId="urn:microsoft.com/office/officeart/2018/2/layout/IconLabelList"/>
    <dgm:cxn modelId="{4B5A365A-BFF4-430C-A230-38379C555D3E}" type="presParOf" srcId="{0BD5D403-32FC-4524-8C48-9E3E1BB254EC}" destId="{FCAF070B-7E13-40EF-8744-63DF2B015757}" srcOrd="2" destOrd="0" presId="urn:microsoft.com/office/officeart/2018/2/layout/IconLabelList"/>
    <dgm:cxn modelId="{BBDDF342-52D6-44DD-A367-2824F85997E8}" type="presParOf" srcId="{5A4A38AD-44D2-4461-8774-88EF7886DD02}" destId="{56073F31-A89D-40A6-8546-A37C9AE1456B}" srcOrd="5" destOrd="0" presId="urn:microsoft.com/office/officeart/2018/2/layout/IconLabelList"/>
    <dgm:cxn modelId="{D67B1990-A7CA-4819-BBCE-41629D9D4ED4}" type="presParOf" srcId="{5A4A38AD-44D2-4461-8774-88EF7886DD02}" destId="{2CC883DD-77ED-4BED-8557-27678DC97021}" srcOrd="6" destOrd="0" presId="urn:microsoft.com/office/officeart/2018/2/layout/IconLabelList"/>
    <dgm:cxn modelId="{719C9860-5615-4C31-B03F-D60638D7B844}" type="presParOf" srcId="{2CC883DD-77ED-4BED-8557-27678DC97021}" destId="{BCE5D81E-E343-4472-B191-493FC4BD5271}" srcOrd="0" destOrd="0" presId="urn:microsoft.com/office/officeart/2018/2/layout/IconLabelList"/>
    <dgm:cxn modelId="{FEF9B03B-9F82-4AF8-8980-898DB9DCD5C4}" type="presParOf" srcId="{2CC883DD-77ED-4BED-8557-27678DC97021}" destId="{8E4947FA-0753-4BD3-ABA3-A3BE949F63B0}" srcOrd="1" destOrd="0" presId="urn:microsoft.com/office/officeart/2018/2/layout/IconLabelList"/>
    <dgm:cxn modelId="{ACD76C84-38AC-458D-A264-39B30A2BDE50}" type="presParOf" srcId="{2CC883DD-77ED-4BED-8557-27678DC97021}" destId="{805D90D2-6A1D-4FCA-9A4F-F403A743E3E9}" srcOrd="2" destOrd="0" presId="urn:microsoft.com/office/officeart/2018/2/layout/IconLabelList"/>
    <dgm:cxn modelId="{F4D6AF49-3ECA-448D-B62B-3E9A5B1A8A3E}" type="presParOf" srcId="{5A4A38AD-44D2-4461-8774-88EF7886DD02}" destId="{8E5C12E3-2DD7-41B7-BDAC-3B11111E638D}" srcOrd="7" destOrd="0" presId="urn:microsoft.com/office/officeart/2018/2/layout/IconLabelList"/>
    <dgm:cxn modelId="{414011A7-6664-4B0C-ACB7-ECF047A16EE5}" type="presParOf" srcId="{5A4A38AD-44D2-4461-8774-88EF7886DD02}" destId="{DF56CB49-4B0B-4FC1-AD22-F4C9B7625DD2}" srcOrd="8" destOrd="0" presId="urn:microsoft.com/office/officeart/2018/2/layout/IconLabelList"/>
    <dgm:cxn modelId="{8CD17731-5C9C-4A3E-BFCF-18582DDD840F}" type="presParOf" srcId="{DF56CB49-4B0B-4FC1-AD22-F4C9B7625DD2}" destId="{B5203E92-03FA-4532-AA71-B6B94B2D445A}" srcOrd="0" destOrd="0" presId="urn:microsoft.com/office/officeart/2018/2/layout/IconLabelList"/>
    <dgm:cxn modelId="{3F03D603-C011-4CFA-84B3-7F9466F560A1}" type="presParOf" srcId="{DF56CB49-4B0B-4FC1-AD22-F4C9B7625DD2}" destId="{817B1E62-FFF8-4DFD-A1C0-2697D9442910}" srcOrd="1" destOrd="0" presId="urn:microsoft.com/office/officeart/2018/2/layout/IconLabelList"/>
    <dgm:cxn modelId="{162C9659-07F8-494B-9FB0-D1F1A6E02E43}" type="presParOf" srcId="{DF56CB49-4B0B-4FC1-AD22-F4C9B7625DD2}" destId="{9F7B3724-C284-4D43-A12C-430BBA5640D2}" srcOrd="2" destOrd="0" presId="urn:microsoft.com/office/officeart/2018/2/layout/IconLabelList"/>
    <dgm:cxn modelId="{959ED88D-B24F-4344-AFD9-4715C34E2B07}" type="presParOf" srcId="{5A4A38AD-44D2-4461-8774-88EF7886DD02}" destId="{0387742F-D4AF-412A-A104-ACD396373859}" srcOrd="9" destOrd="0" presId="urn:microsoft.com/office/officeart/2018/2/layout/IconLabelList"/>
    <dgm:cxn modelId="{F324D2AE-8674-43B9-A2FC-D4090C3593D7}" type="presParOf" srcId="{5A4A38AD-44D2-4461-8774-88EF7886DD02}" destId="{0584955F-F537-498D-BB80-0D457AB80164}" srcOrd="10" destOrd="0" presId="urn:microsoft.com/office/officeart/2018/2/layout/IconLabelList"/>
    <dgm:cxn modelId="{425A8F85-67D4-4D14-AA95-83369AB43AEF}" type="presParOf" srcId="{0584955F-F537-498D-BB80-0D457AB80164}" destId="{3469310F-B202-4ED1-8E9B-E184C91BADBB}" srcOrd="0" destOrd="0" presId="urn:microsoft.com/office/officeart/2018/2/layout/IconLabelList"/>
    <dgm:cxn modelId="{70F6C361-2841-4E3D-A923-1AF0945C4526}" type="presParOf" srcId="{0584955F-F537-498D-BB80-0D457AB80164}" destId="{59A72449-B86B-4892-9AAB-DBC340767CFC}" srcOrd="1" destOrd="0" presId="urn:microsoft.com/office/officeart/2018/2/layout/IconLabelList"/>
    <dgm:cxn modelId="{5FEE6AB4-2DEB-410F-ADAC-2E27850C5000}" type="presParOf" srcId="{0584955F-F537-498D-BB80-0D457AB80164}" destId="{F03A9959-6E54-4F73-96B8-5514FD91A3D0}" srcOrd="2" destOrd="0" presId="urn:microsoft.com/office/officeart/2018/2/layout/IconLabelList"/>
    <dgm:cxn modelId="{CD455F7B-BD9A-4C94-A9B2-D87898439A9D}" type="presParOf" srcId="{5A4A38AD-44D2-4461-8774-88EF7886DD02}" destId="{6D0F477A-3568-4CE6-A44C-99A43722854F}" srcOrd="11" destOrd="0" presId="urn:microsoft.com/office/officeart/2018/2/layout/IconLabelList"/>
    <dgm:cxn modelId="{D634CEF6-CE7D-4D93-B85D-2B68709DC790}" type="presParOf" srcId="{5A4A38AD-44D2-4461-8774-88EF7886DD02}" destId="{B109778D-3BC2-4AF0-81BE-FA7492019723}" srcOrd="12" destOrd="0" presId="urn:microsoft.com/office/officeart/2018/2/layout/IconLabelList"/>
    <dgm:cxn modelId="{D02DF4A4-4731-44A0-B1BC-4B40E2662441}" type="presParOf" srcId="{B109778D-3BC2-4AF0-81BE-FA7492019723}" destId="{64E65FE8-F2B7-42C2-8B57-6CD5BA5519A6}" srcOrd="0" destOrd="0" presId="urn:microsoft.com/office/officeart/2018/2/layout/IconLabelList"/>
    <dgm:cxn modelId="{F6B909A6-6B7D-4576-8E66-60A21757F9ED}" type="presParOf" srcId="{B109778D-3BC2-4AF0-81BE-FA7492019723}" destId="{90DCEF00-3CB9-48B3-826B-95D3399ED5DE}" srcOrd="1" destOrd="0" presId="urn:microsoft.com/office/officeart/2018/2/layout/IconLabelList"/>
    <dgm:cxn modelId="{20E539B0-B0F4-4082-8097-0234633C97F4}" type="presParOf" srcId="{B109778D-3BC2-4AF0-81BE-FA7492019723}" destId="{472B6062-A82E-4349-B8CB-260D1E35AEFE}" srcOrd="2" destOrd="0" presId="urn:microsoft.com/office/officeart/2018/2/layout/IconLabelList"/>
    <dgm:cxn modelId="{38D1ED7A-A721-4E4E-9A23-E8C4F349C977}" type="presParOf" srcId="{5A4A38AD-44D2-4461-8774-88EF7886DD02}" destId="{F5C8371C-F1E5-4ED0-B129-10160B7BA3DF}" srcOrd="13" destOrd="0" presId="urn:microsoft.com/office/officeart/2018/2/layout/IconLabelList"/>
    <dgm:cxn modelId="{6C1BE432-26E7-47CE-9AAF-69CEF94FFB55}" type="presParOf" srcId="{5A4A38AD-44D2-4461-8774-88EF7886DD02}" destId="{CCE94328-17CE-4910-AE2F-C0923F9A664C}" srcOrd="14" destOrd="0" presId="urn:microsoft.com/office/officeart/2018/2/layout/IconLabelList"/>
    <dgm:cxn modelId="{576DB5B0-CB61-4D13-A803-4896901BF1D5}" type="presParOf" srcId="{CCE94328-17CE-4910-AE2F-C0923F9A664C}" destId="{FD46E9D9-56C5-45C9-8542-63B5DEE1C953}" srcOrd="0" destOrd="0" presId="urn:microsoft.com/office/officeart/2018/2/layout/IconLabelList"/>
    <dgm:cxn modelId="{FD25F9F4-F078-4C6A-B021-47183BE2D0D3}" type="presParOf" srcId="{CCE94328-17CE-4910-AE2F-C0923F9A664C}" destId="{937542B9-6C75-4198-9C8A-C2A37DD76EAC}" srcOrd="1" destOrd="0" presId="urn:microsoft.com/office/officeart/2018/2/layout/IconLabelList"/>
    <dgm:cxn modelId="{A98B798E-6A62-4151-900D-F12E91B3336D}" type="presParOf" srcId="{CCE94328-17CE-4910-AE2F-C0923F9A664C}" destId="{C248A47F-9BAF-443E-86EC-B03B35D18F1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88B0083-AA4E-4D9E-AB17-46DB0AAE6B1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D84073B-081D-4434-A571-E54DA1976947}">
      <dgm:prSet/>
      <dgm:spPr/>
      <dgm:t>
        <a:bodyPr/>
        <a:lstStyle/>
        <a:p>
          <a:pPr>
            <a:defRPr cap="all"/>
          </a:pPr>
          <a:r>
            <a:rPr lang="en-US"/>
            <a:t>Phone: 123-456-7890</a:t>
          </a:r>
        </a:p>
      </dgm:t>
    </dgm:pt>
    <dgm:pt modelId="{E43EA239-23C0-4EEE-9288-2FD2280C48FD}" type="parTrans" cxnId="{63ADA450-6A7D-4BD7-8FB8-AF26D168B311}">
      <dgm:prSet/>
      <dgm:spPr/>
      <dgm:t>
        <a:bodyPr/>
        <a:lstStyle/>
        <a:p>
          <a:endParaRPr lang="en-US"/>
        </a:p>
      </dgm:t>
    </dgm:pt>
    <dgm:pt modelId="{3C59DBE9-994A-4C1A-BFA9-95401CE50160}" type="sibTrans" cxnId="{63ADA450-6A7D-4BD7-8FB8-AF26D168B311}">
      <dgm:prSet/>
      <dgm:spPr/>
      <dgm:t>
        <a:bodyPr/>
        <a:lstStyle/>
        <a:p>
          <a:endParaRPr lang="en-US"/>
        </a:p>
      </dgm:t>
    </dgm:pt>
    <dgm:pt modelId="{9F1CF7B6-F137-4020-BEE4-2089EFC08670}">
      <dgm:prSet/>
      <dgm:spPr/>
      <dgm:t>
        <a:bodyPr/>
        <a:lstStyle/>
        <a:p>
          <a:pPr>
            <a:defRPr cap="all"/>
          </a:pPr>
          <a:r>
            <a:rPr lang="en-US"/>
            <a:t>Email: hello@reallygreatsite.com</a:t>
          </a:r>
        </a:p>
      </dgm:t>
    </dgm:pt>
    <dgm:pt modelId="{5E917004-535A-46AD-8947-4703375120C5}" type="parTrans" cxnId="{D6A5FBA5-B180-4F86-93A1-50E754764D7F}">
      <dgm:prSet/>
      <dgm:spPr/>
      <dgm:t>
        <a:bodyPr/>
        <a:lstStyle/>
        <a:p>
          <a:endParaRPr lang="en-US"/>
        </a:p>
      </dgm:t>
    </dgm:pt>
    <dgm:pt modelId="{85121C61-615C-4903-ACDD-D85270DC1434}" type="sibTrans" cxnId="{D6A5FBA5-B180-4F86-93A1-50E754764D7F}">
      <dgm:prSet/>
      <dgm:spPr/>
      <dgm:t>
        <a:bodyPr/>
        <a:lstStyle/>
        <a:p>
          <a:endParaRPr lang="en-US"/>
        </a:p>
      </dgm:t>
    </dgm:pt>
    <dgm:pt modelId="{1BD6ED38-3A28-4A30-96E7-6271E62744FC}">
      <dgm:prSet/>
      <dgm:spPr/>
      <dgm:t>
        <a:bodyPr/>
        <a:lstStyle/>
        <a:p>
          <a:pPr>
            <a:defRPr cap="all"/>
          </a:pPr>
          <a:r>
            <a:rPr lang="en-US"/>
            <a:t>Social Media: @reallygreatsite</a:t>
          </a:r>
        </a:p>
      </dgm:t>
    </dgm:pt>
    <dgm:pt modelId="{A8B8AB3B-4FCD-4F03-8D07-734DD35B9E01}" type="parTrans" cxnId="{2B98338F-A37C-4467-8C24-303BAA535479}">
      <dgm:prSet/>
      <dgm:spPr/>
      <dgm:t>
        <a:bodyPr/>
        <a:lstStyle/>
        <a:p>
          <a:endParaRPr lang="en-US"/>
        </a:p>
      </dgm:t>
    </dgm:pt>
    <dgm:pt modelId="{2307656A-6C6C-4CBE-AB64-C09C713A7D69}" type="sibTrans" cxnId="{2B98338F-A37C-4467-8C24-303BAA535479}">
      <dgm:prSet/>
      <dgm:spPr/>
      <dgm:t>
        <a:bodyPr/>
        <a:lstStyle/>
        <a:p>
          <a:endParaRPr lang="en-US"/>
        </a:p>
      </dgm:t>
    </dgm:pt>
    <dgm:pt modelId="{9D65CD05-B925-4FF2-BA5E-71ED159D1205}" type="pres">
      <dgm:prSet presAssocID="{388B0083-AA4E-4D9E-AB17-46DB0AAE6B19}" presName="root" presStyleCnt="0">
        <dgm:presLayoutVars>
          <dgm:dir/>
          <dgm:resizeHandles val="exact"/>
        </dgm:presLayoutVars>
      </dgm:prSet>
      <dgm:spPr/>
    </dgm:pt>
    <dgm:pt modelId="{54569C6D-A001-4610-A46D-99F7EAB03A18}" type="pres">
      <dgm:prSet presAssocID="{CD84073B-081D-4434-A571-E54DA1976947}" presName="compNode" presStyleCnt="0"/>
      <dgm:spPr/>
    </dgm:pt>
    <dgm:pt modelId="{0B9370A4-7986-488E-B943-F549CCF2AA33}" type="pres">
      <dgm:prSet presAssocID="{CD84073B-081D-4434-A571-E54DA1976947}" presName="iconBgRect" presStyleLbl="bgShp" presStyleIdx="0" presStyleCnt="3"/>
      <dgm:spPr/>
    </dgm:pt>
    <dgm:pt modelId="{0700F48E-B0B7-4E83-9443-473761B76E8F}" type="pres">
      <dgm:prSet presAssocID="{CD84073B-081D-4434-A571-E54DA197694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F86A62D3-8E99-400E-A286-6A796F105BB5}" type="pres">
      <dgm:prSet presAssocID="{CD84073B-081D-4434-A571-E54DA1976947}" presName="spaceRect" presStyleCnt="0"/>
      <dgm:spPr/>
    </dgm:pt>
    <dgm:pt modelId="{52B7CBA5-A9EE-45B7-9177-08503AEE7ADD}" type="pres">
      <dgm:prSet presAssocID="{CD84073B-081D-4434-A571-E54DA1976947}" presName="textRect" presStyleLbl="revTx" presStyleIdx="0" presStyleCnt="3">
        <dgm:presLayoutVars>
          <dgm:chMax val="1"/>
          <dgm:chPref val="1"/>
        </dgm:presLayoutVars>
      </dgm:prSet>
      <dgm:spPr/>
    </dgm:pt>
    <dgm:pt modelId="{78BB5F45-8F99-477C-BBC5-1CBEB21BCB64}" type="pres">
      <dgm:prSet presAssocID="{3C59DBE9-994A-4C1A-BFA9-95401CE50160}" presName="sibTrans" presStyleCnt="0"/>
      <dgm:spPr/>
    </dgm:pt>
    <dgm:pt modelId="{9AB4050B-43C9-4458-ABDF-0A5D63BDFEE9}" type="pres">
      <dgm:prSet presAssocID="{9F1CF7B6-F137-4020-BEE4-2089EFC08670}" presName="compNode" presStyleCnt="0"/>
      <dgm:spPr/>
    </dgm:pt>
    <dgm:pt modelId="{2B39434F-89C9-4C24-8451-6747D1F9944F}" type="pres">
      <dgm:prSet presAssocID="{9F1CF7B6-F137-4020-BEE4-2089EFC08670}" presName="iconBgRect" presStyleLbl="bgShp" presStyleIdx="1" presStyleCnt="3"/>
      <dgm:spPr/>
    </dgm:pt>
    <dgm:pt modelId="{E00262BA-B7AF-4CC3-9462-BFCB346ED37C}" type="pres">
      <dgm:prSet presAssocID="{9F1CF7B6-F137-4020-BEE4-2089EFC0867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nd"/>
        </a:ext>
      </dgm:extLst>
    </dgm:pt>
    <dgm:pt modelId="{8BCC17CC-59B1-44DB-9E47-0490B2C6E434}" type="pres">
      <dgm:prSet presAssocID="{9F1CF7B6-F137-4020-BEE4-2089EFC08670}" presName="spaceRect" presStyleCnt="0"/>
      <dgm:spPr/>
    </dgm:pt>
    <dgm:pt modelId="{6A2A5E9E-FC16-4B6B-A539-BC34A054387C}" type="pres">
      <dgm:prSet presAssocID="{9F1CF7B6-F137-4020-BEE4-2089EFC08670}" presName="textRect" presStyleLbl="revTx" presStyleIdx="1" presStyleCnt="3">
        <dgm:presLayoutVars>
          <dgm:chMax val="1"/>
          <dgm:chPref val="1"/>
        </dgm:presLayoutVars>
      </dgm:prSet>
      <dgm:spPr/>
    </dgm:pt>
    <dgm:pt modelId="{24592065-EC0C-4723-B2ED-9743E29DA51B}" type="pres">
      <dgm:prSet presAssocID="{85121C61-615C-4903-ACDD-D85270DC1434}" presName="sibTrans" presStyleCnt="0"/>
      <dgm:spPr/>
    </dgm:pt>
    <dgm:pt modelId="{77098B02-3EF1-42BE-B926-9704C1B2277A}" type="pres">
      <dgm:prSet presAssocID="{1BD6ED38-3A28-4A30-96E7-6271E62744FC}" presName="compNode" presStyleCnt="0"/>
      <dgm:spPr/>
    </dgm:pt>
    <dgm:pt modelId="{017107F5-280D-4BCB-BCEE-518F6F76FDC7}" type="pres">
      <dgm:prSet presAssocID="{1BD6ED38-3A28-4A30-96E7-6271E62744FC}" presName="iconBgRect" presStyleLbl="bgShp" presStyleIdx="2" presStyleCnt="3"/>
      <dgm:spPr/>
    </dgm:pt>
    <dgm:pt modelId="{E2A2D460-57D1-4F72-8D1C-61BC61EBD602}" type="pres">
      <dgm:prSet presAssocID="{1BD6ED38-3A28-4A30-96E7-6271E62744F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5698CC74-4EB4-4894-896B-24DEF77B4314}" type="pres">
      <dgm:prSet presAssocID="{1BD6ED38-3A28-4A30-96E7-6271E62744FC}" presName="spaceRect" presStyleCnt="0"/>
      <dgm:spPr/>
    </dgm:pt>
    <dgm:pt modelId="{F0DBAD3C-9195-48B8-A4AB-671090C7B02B}" type="pres">
      <dgm:prSet presAssocID="{1BD6ED38-3A28-4A30-96E7-6271E62744F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C2B3446-C729-419F-B3E8-330B8F030B6C}" type="presOf" srcId="{1BD6ED38-3A28-4A30-96E7-6271E62744FC}" destId="{F0DBAD3C-9195-48B8-A4AB-671090C7B02B}" srcOrd="0" destOrd="0" presId="urn:microsoft.com/office/officeart/2018/5/layout/IconCircleLabelList"/>
    <dgm:cxn modelId="{78EBC466-9B59-4347-8A3E-02BD089CA6FC}" type="presOf" srcId="{388B0083-AA4E-4D9E-AB17-46DB0AAE6B19}" destId="{9D65CD05-B925-4FF2-BA5E-71ED159D1205}" srcOrd="0" destOrd="0" presId="urn:microsoft.com/office/officeart/2018/5/layout/IconCircleLabelList"/>
    <dgm:cxn modelId="{63ADA450-6A7D-4BD7-8FB8-AF26D168B311}" srcId="{388B0083-AA4E-4D9E-AB17-46DB0AAE6B19}" destId="{CD84073B-081D-4434-A571-E54DA1976947}" srcOrd="0" destOrd="0" parTransId="{E43EA239-23C0-4EEE-9288-2FD2280C48FD}" sibTransId="{3C59DBE9-994A-4C1A-BFA9-95401CE50160}"/>
    <dgm:cxn modelId="{32AF8179-2658-43AA-A6D1-92DF48C8C0B5}" type="presOf" srcId="{9F1CF7B6-F137-4020-BEE4-2089EFC08670}" destId="{6A2A5E9E-FC16-4B6B-A539-BC34A054387C}" srcOrd="0" destOrd="0" presId="urn:microsoft.com/office/officeart/2018/5/layout/IconCircleLabelList"/>
    <dgm:cxn modelId="{2B98338F-A37C-4467-8C24-303BAA535479}" srcId="{388B0083-AA4E-4D9E-AB17-46DB0AAE6B19}" destId="{1BD6ED38-3A28-4A30-96E7-6271E62744FC}" srcOrd="2" destOrd="0" parTransId="{A8B8AB3B-4FCD-4F03-8D07-734DD35B9E01}" sibTransId="{2307656A-6C6C-4CBE-AB64-C09C713A7D69}"/>
    <dgm:cxn modelId="{D6A5FBA5-B180-4F86-93A1-50E754764D7F}" srcId="{388B0083-AA4E-4D9E-AB17-46DB0AAE6B19}" destId="{9F1CF7B6-F137-4020-BEE4-2089EFC08670}" srcOrd="1" destOrd="0" parTransId="{5E917004-535A-46AD-8947-4703375120C5}" sibTransId="{85121C61-615C-4903-ACDD-D85270DC1434}"/>
    <dgm:cxn modelId="{39FAE6CE-BA11-439E-8DA9-E69CE712F645}" type="presOf" srcId="{CD84073B-081D-4434-A571-E54DA1976947}" destId="{52B7CBA5-A9EE-45B7-9177-08503AEE7ADD}" srcOrd="0" destOrd="0" presId="urn:microsoft.com/office/officeart/2018/5/layout/IconCircleLabelList"/>
    <dgm:cxn modelId="{427E6004-B689-4921-A668-E4F9A1253777}" type="presParOf" srcId="{9D65CD05-B925-4FF2-BA5E-71ED159D1205}" destId="{54569C6D-A001-4610-A46D-99F7EAB03A18}" srcOrd="0" destOrd="0" presId="urn:microsoft.com/office/officeart/2018/5/layout/IconCircleLabelList"/>
    <dgm:cxn modelId="{AF19584B-4E8D-4E31-B672-4A4CEF1FA6CC}" type="presParOf" srcId="{54569C6D-A001-4610-A46D-99F7EAB03A18}" destId="{0B9370A4-7986-488E-B943-F549CCF2AA33}" srcOrd="0" destOrd="0" presId="urn:microsoft.com/office/officeart/2018/5/layout/IconCircleLabelList"/>
    <dgm:cxn modelId="{8CF83E9E-B20C-4BDA-9595-5384D4F7597E}" type="presParOf" srcId="{54569C6D-A001-4610-A46D-99F7EAB03A18}" destId="{0700F48E-B0B7-4E83-9443-473761B76E8F}" srcOrd="1" destOrd="0" presId="urn:microsoft.com/office/officeart/2018/5/layout/IconCircleLabelList"/>
    <dgm:cxn modelId="{32FB16D1-C11D-4B3E-9155-8D09910368E0}" type="presParOf" srcId="{54569C6D-A001-4610-A46D-99F7EAB03A18}" destId="{F86A62D3-8E99-400E-A286-6A796F105BB5}" srcOrd="2" destOrd="0" presId="urn:microsoft.com/office/officeart/2018/5/layout/IconCircleLabelList"/>
    <dgm:cxn modelId="{9109AD61-E73C-40E7-8A28-1C5362091EC8}" type="presParOf" srcId="{54569C6D-A001-4610-A46D-99F7EAB03A18}" destId="{52B7CBA5-A9EE-45B7-9177-08503AEE7ADD}" srcOrd="3" destOrd="0" presId="urn:microsoft.com/office/officeart/2018/5/layout/IconCircleLabelList"/>
    <dgm:cxn modelId="{17928AC8-476D-446F-849E-58928CFBCC7C}" type="presParOf" srcId="{9D65CD05-B925-4FF2-BA5E-71ED159D1205}" destId="{78BB5F45-8F99-477C-BBC5-1CBEB21BCB64}" srcOrd="1" destOrd="0" presId="urn:microsoft.com/office/officeart/2018/5/layout/IconCircleLabelList"/>
    <dgm:cxn modelId="{1EA0B93E-9790-4B7D-AA01-0E95CC6BA677}" type="presParOf" srcId="{9D65CD05-B925-4FF2-BA5E-71ED159D1205}" destId="{9AB4050B-43C9-4458-ABDF-0A5D63BDFEE9}" srcOrd="2" destOrd="0" presId="urn:microsoft.com/office/officeart/2018/5/layout/IconCircleLabelList"/>
    <dgm:cxn modelId="{F3D75F9C-87C7-4BA3-A4D9-8113090CFF51}" type="presParOf" srcId="{9AB4050B-43C9-4458-ABDF-0A5D63BDFEE9}" destId="{2B39434F-89C9-4C24-8451-6747D1F9944F}" srcOrd="0" destOrd="0" presId="urn:microsoft.com/office/officeart/2018/5/layout/IconCircleLabelList"/>
    <dgm:cxn modelId="{79310FBE-8678-4CCB-BCF3-B70C0402E77A}" type="presParOf" srcId="{9AB4050B-43C9-4458-ABDF-0A5D63BDFEE9}" destId="{E00262BA-B7AF-4CC3-9462-BFCB346ED37C}" srcOrd="1" destOrd="0" presId="urn:microsoft.com/office/officeart/2018/5/layout/IconCircleLabelList"/>
    <dgm:cxn modelId="{E3C88727-4296-49DD-8377-DD71EC73FCC7}" type="presParOf" srcId="{9AB4050B-43C9-4458-ABDF-0A5D63BDFEE9}" destId="{8BCC17CC-59B1-44DB-9E47-0490B2C6E434}" srcOrd="2" destOrd="0" presId="urn:microsoft.com/office/officeart/2018/5/layout/IconCircleLabelList"/>
    <dgm:cxn modelId="{7EACC72E-840B-4BE3-A21A-5300B59B8567}" type="presParOf" srcId="{9AB4050B-43C9-4458-ABDF-0A5D63BDFEE9}" destId="{6A2A5E9E-FC16-4B6B-A539-BC34A054387C}" srcOrd="3" destOrd="0" presId="urn:microsoft.com/office/officeart/2018/5/layout/IconCircleLabelList"/>
    <dgm:cxn modelId="{A718DB70-41D6-429C-AD1C-9B3C17D0DBFE}" type="presParOf" srcId="{9D65CD05-B925-4FF2-BA5E-71ED159D1205}" destId="{24592065-EC0C-4723-B2ED-9743E29DA51B}" srcOrd="3" destOrd="0" presId="urn:microsoft.com/office/officeart/2018/5/layout/IconCircleLabelList"/>
    <dgm:cxn modelId="{244A2EC7-7D08-4BA2-82D1-90E6F32FA64D}" type="presParOf" srcId="{9D65CD05-B925-4FF2-BA5E-71ED159D1205}" destId="{77098B02-3EF1-42BE-B926-9704C1B2277A}" srcOrd="4" destOrd="0" presId="urn:microsoft.com/office/officeart/2018/5/layout/IconCircleLabelList"/>
    <dgm:cxn modelId="{4B5EE1E0-50CD-4995-9C10-A9641D20C02F}" type="presParOf" srcId="{77098B02-3EF1-42BE-B926-9704C1B2277A}" destId="{017107F5-280D-4BCB-BCEE-518F6F76FDC7}" srcOrd="0" destOrd="0" presId="urn:microsoft.com/office/officeart/2018/5/layout/IconCircleLabelList"/>
    <dgm:cxn modelId="{E02A9F41-90FB-4F5B-9BD7-7D856DFC32EA}" type="presParOf" srcId="{77098B02-3EF1-42BE-B926-9704C1B2277A}" destId="{E2A2D460-57D1-4F72-8D1C-61BC61EBD602}" srcOrd="1" destOrd="0" presId="urn:microsoft.com/office/officeart/2018/5/layout/IconCircleLabelList"/>
    <dgm:cxn modelId="{8A03288D-0DAD-4319-B525-47714C3980B0}" type="presParOf" srcId="{77098B02-3EF1-42BE-B926-9704C1B2277A}" destId="{5698CC74-4EB4-4894-896B-24DEF77B4314}" srcOrd="2" destOrd="0" presId="urn:microsoft.com/office/officeart/2018/5/layout/IconCircleLabelList"/>
    <dgm:cxn modelId="{28C34633-A896-410F-B639-C119D89F68ED}" type="presParOf" srcId="{77098B02-3EF1-42BE-B926-9704C1B2277A}" destId="{F0DBAD3C-9195-48B8-A4AB-671090C7B02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DDA476-F32D-4880-A255-5A2E352B88BB}">
      <dsp:nvSpPr>
        <dsp:cNvPr id="0" name=""/>
        <dsp:cNvSpPr/>
      </dsp:nvSpPr>
      <dsp:spPr>
        <a:xfrm>
          <a:off x="0" y="121035"/>
          <a:ext cx="4414719" cy="7335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Uses beginner-friendly technologies (Node.js)</a:t>
          </a:r>
        </a:p>
      </dsp:txBody>
      <dsp:txXfrm>
        <a:off x="35811" y="156846"/>
        <a:ext cx="4343097" cy="661968"/>
      </dsp:txXfrm>
    </dsp:sp>
    <dsp:sp modelId="{60B020AC-580C-4997-B2A3-DAEA9DAECEAF}">
      <dsp:nvSpPr>
        <dsp:cNvPr id="0" name=""/>
        <dsp:cNvSpPr/>
      </dsp:nvSpPr>
      <dsp:spPr>
        <a:xfrm>
          <a:off x="0" y="909345"/>
          <a:ext cx="4414719" cy="733590"/>
        </a:xfrm>
        <a:prstGeom prst="roundRect">
          <a:avLst/>
        </a:prstGeom>
        <a:solidFill>
          <a:schemeClr val="accent2">
            <a:hueOff val="-622030"/>
            <a:satOff val="-3291"/>
            <a:lumOff val="-125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Open-source tools with zero licensing cost</a:t>
          </a:r>
        </a:p>
      </dsp:txBody>
      <dsp:txXfrm>
        <a:off x="35811" y="945156"/>
        <a:ext cx="4343097" cy="661968"/>
      </dsp:txXfrm>
    </dsp:sp>
    <dsp:sp modelId="{B3CD5E4E-FEEC-4CF9-B42A-17FD08C8BABB}">
      <dsp:nvSpPr>
        <dsp:cNvPr id="0" name=""/>
        <dsp:cNvSpPr/>
      </dsp:nvSpPr>
      <dsp:spPr>
        <a:xfrm>
          <a:off x="0" y="1697655"/>
          <a:ext cx="4414719" cy="733590"/>
        </a:xfrm>
        <a:prstGeom prst="roundRect">
          <a:avLst/>
        </a:prstGeom>
        <a:solidFill>
          <a:schemeClr val="accent2">
            <a:hueOff val="-1244059"/>
            <a:satOff val="-6581"/>
            <a:lumOff val="-251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Lightweight and scalable architecture</a:t>
          </a:r>
        </a:p>
      </dsp:txBody>
      <dsp:txXfrm>
        <a:off x="35811" y="1733466"/>
        <a:ext cx="4343097" cy="661968"/>
      </dsp:txXfrm>
    </dsp:sp>
    <dsp:sp modelId="{F57858F2-02B9-4440-AF78-A725219F5E3F}">
      <dsp:nvSpPr>
        <dsp:cNvPr id="0" name=""/>
        <dsp:cNvSpPr/>
      </dsp:nvSpPr>
      <dsp:spPr>
        <a:xfrm>
          <a:off x="0" y="2485965"/>
          <a:ext cx="4414719" cy="733590"/>
        </a:xfrm>
        <a:prstGeom prst="roundRect">
          <a:avLst/>
        </a:prstGeom>
        <a:solidFill>
          <a:schemeClr val="accent2">
            <a:hueOff val="-1866089"/>
            <a:satOff val="-9872"/>
            <a:lumOff val="-376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Compatible with standard laptops</a:t>
          </a:r>
        </a:p>
      </dsp:txBody>
      <dsp:txXfrm>
        <a:off x="35811" y="2521776"/>
        <a:ext cx="4343097" cy="661968"/>
      </dsp:txXfrm>
    </dsp:sp>
    <dsp:sp modelId="{CA41D58B-62E7-4CD9-8CD1-E6DC05E77BD3}">
      <dsp:nvSpPr>
        <dsp:cNvPr id="0" name=""/>
        <dsp:cNvSpPr/>
      </dsp:nvSpPr>
      <dsp:spPr>
        <a:xfrm>
          <a:off x="0" y="3274275"/>
          <a:ext cx="4414719" cy="733590"/>
        </a:xfrm>
        <a:prstGeom prst="roundRect">
          <a:avLst/>
        </a:prstGeom>
        <a:solidFill>
          <a:schemeClr val="accent2">
            <a:hueOff val="-2488118"/>
            <a:satOff val="-13162"/>
            <a:lumOff val="-501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Deployable on free cloud platforms</a:t>
          </a:r>
        </a:p>
      </dsp:txBody>
      <dsp:txXfrm>
        <a:off x="35811" y="3310086"/>
        <a:ext cx="4343097" cy="661968"/>
      </dsp:txXfrm>
    </dsp:sp>
    <dsp:sp modelId="{948EB486-DB84-418C-8678-AFD2DAC80E5B}">
      <dsp:nvSpPr>
        <dsp:cNvPr id="0" name=""/>
        <dsp:cNvSpPr/>
      </dsp:nvSpPr>
      <dsp:spPr>
        <a:xfrm>
          <a:off x="0" y="4062585"/>
          <a:ext cx="4414719" cy="733590"/>
        </a:xfrm>
        <a:prstGeom prst="roundRect">
          <a:avLst/>
        </a:prstGeom>
        <a:solidFill>
          <a:schemeClr val="accent2">
            <a:hueOff val="-3110148"/>
            <a:satOff val="-16453"/>
            <a:lumOff val="-627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Aligns with team skillset and project goals</a:t>
          </a:r>
        </a:p>
      </dsp:txBody>
      <dsp:txXfrm>
        <a:off x="35811" y="4098396"/>
        <a:ext cx="4343097" cy="6619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8DD07E-45D8-4299-8FE5-663379AB0AD1}">
      <dsp:nvSpPr>
        <dsp:cNvPr id="0" name=""/>
        <dsp:cNvSpPr/>
      </dsp:nvSpPr>
      <dsp:spPr>
        <a:xfrm>
          <a:off x="1314422" y="690539"/>
          <a:ext cx="2709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097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42372" y="734751"/>
        <a:ext cx="15078" cy="3015"/>
      </dsp:txXfrm>
    </dsp:sp>
    <dsp:sp modelId="{C627ECD6-DCE1-4071-A32F-C1F75CA2C997}">
      <dsp:nvSpPr>
        <dsp:cNvPr id="0" name=""/>
        <dsp:cNvSpPr/>
      </dsp:nvSpPr>
      <dsp:spPr>
        <a:xfrm>
          <a:off x="5009" y="342895"/>
          <a:ext cx="1311212" cy="7867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51" tIns="67442" rIns="64251" bIns="67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Design Phase:</a:t>
          </a:r>
        </a:p>
      </dsp:txBody>
      <dsp:txXfrm>
        <a:off x="5009" y="342895"/>
        <a:ext cx="1311212" cy="786727"/>
      </dsp:txXfrm>
    </dsp:sp>
    <dsp:sp modelId="{D16E9E7E-4795-4D97-BC3D-938CB6524F64}">
      <dsp:nvSpPr>
        <dsp:cNvPr id="0" name=""/>
        <dsp:cNvSpPr/>
      </dsp:nvSpPr>
      <dsp:spPr>
        <a:xfrm>
          <a:off x="2927214" y="690539"/>
          <a:ext cx="2709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097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55164" y="734751"/>
        <a:ext cx="15078" cy="3015"/>
      </dsp:txXfrm>
    </dsp:sp>
    <dsp:sp modelId="{17105A24-EF96-4322-A8A6-ED52DC1DDFC8}">
      <dsp:nvSpPr>
        <dsp:cNvPr id="0" name=""/>
        <dsp:cNvSpPr/>
      </dsp:nvSpPr>
      <dsp:spPr>
        <a:xfrm>
          <a:off x="1617801" y="342895"/>
          <a:ext cx="1311212" cy="7867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51" tIns="67442" rIns="64251" bIns="67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Requirement analysis</a:t>
          </a:r>
        </a:p>
      </dsp:txBody>
      <dsp:txXfrm>
        <a:off x="1617801" y="342895"/>
        <a:ext cx="1311212" cy="786727"/>
      </dsp:txXfrm>
    </dsp:sp>
    <dsp:sp modelId="{67EBC619-1B0F-467A-A884-4669BE77FF02}">
      <dsp:nvSpPr>
        <dsp:cNvPr id="0" name=""/>
        <dsp:cNvSpPr/>
      </dsp:nvSpPr>
      <dsp:spPr>
        <a:xfrm>
          <a:off x="4540006" y="690539"/>
          <a:ext cx="2709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097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67956" y="734751"/>
        <a:ext cx="15078" cy="3015"/>
      </dsp:txXfrm>
    </dsp:sp>
    <dsp:sp modelId="{1EC01A19-A6A3-49C3-8438-3C12696D727F}">
      <dsp:nvSpPr>
        <dsp:cNvPr id="0" name=""/>
        <dsp:cNvSpPr/>
      </dsp:nvSpPr>
      <dsp:spPr>
        <a:xfrm>
          <a:off x="3230593" y="342895"/>
          <a:ext cx="1311212" cy="7867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51" tIns="67442" rIns="64251" bIns="67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Wireframe creation</a:t>
          </a:r>
        </a:p>
      </dsp:txBody>
      <dsp:txXfrm>
        <a:off x="3230593" y="342895"/>
        <a:ext cx="1311212" cy="786727"/>
      </dsp:txXfrm>
    </dsp:sp>
    <dsp:sp modelId="{5B3DCB56-16F1-4298-A77C-33334C05B3D7}">
      <dsp:nvSpPr>
        <dsp:cNvPr id="0" name=""/>
        <dsp:cNvSpPr/>
      </dsp:nvSpPr>
      <dsp:spPr>
        <a:xfrm>
          <a:off x="6152798" y="690539"/>
          <a:ext cx="2709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097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80748" y="734751"/>
        <a:ext cx="15078" cy="3015"/>
      </dsp:txXfrm>
    </dsp:sp>
    <dsp:sp modelId="{87E2A39C-BF88-44C9-B460-A3AEA0A1426A}">
      <dsp:nvSpPr>
        <dsp:cNvPr id="0" name=""/>
        <dsp:cNvSpPr/>
      </dsp:nvSpPr>
      <dsp:spPr>
        <a:xfrm>
          <a:off x="4843385" y="342895"/>
          <a:ext cx="1311212" cy="7867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51" tIns="67442" rIns="64251" bIns="67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Database schema design</a:t>
          </a:r>
        </a:p>
      </dsp:txBody>
      <dsp:txXfrm>
        <a:off x="4843385" y="342895"/>
        <a:ext cx="1311212" cy="786727"/>
      </dsp:txXfrm>
    </dsp:sp>
    <dsp:sp modelId="{D342E6C2-7012-452D-9C9D-C2FF45483119}">
      <dsp:nvSpPr>
        <dsp:cNvPr id="0" name=""/>
        <dsp:cNvSpPr/>
      </dsp:nvSpPr>
      <dsp:spPr>
        <a:xfrm>
          <a:off x="660616" y="1127823"/>
          <a:ext cx="6451167" cy="270978"/>
        </a:xfrm>
        <a:custGeom>
          <a:avLst/>
          <a:gdLst/>
          <a:ahLst/>
          <a:cxnLst/>
          <a:rect l="0" t="0" r="0" b="0"/>
          <a:pathLst>
            <a:path>
              <a:moveTo>
                <a:pt x="6451167" y="0"/>
              </a:moveTo>
              <a:lnTo>
                <a:pt x="6451167" y="152589"/>
              </a:lnTo>
              <a:lnTo>
                <a:pt x="0" y="152589"/>
              </a:lnTo>
              <a:lnTo>
                <a:pt x="0" y="270978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24744" y="1261805"/>
        <a:ext cx="322910" cy="3015"/>
      </dsp:txXfrm>
    </dsp:sp>
    <dsp:sp modelId="{62E72841-E310-4D95-9E6D-9FEEEC9B772A}">
      <dsp:nvSpPr>
        <dsp:cNvPr id="0" name=""/>
        <dsp:cNvSpPr/>
      </dsp:nvSpPr>
      <dsp:spPr>
        <a:xfrm>
          <a:off x="6456177" y="342895"/>
          <a:ext cx="1311212" cy="7867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51" tIns="67442" rIns="64251" bIns="67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Development Phase:</a:t>
          </a:r>
        </a:p>
      </dsp:txBody>
      <dsp:txXfrm>
        <a:off x="6456177" y="342895"/>
        <a:ext cx="1311212" cy="786727"/>
      </dsp:txXfrm>
    </dsp:sp>
    <dsp:sp modelId="{3C507F83-7C57-45AB-BF2A-6438FAB856E5}">
      <dsp:nvSpPr>
        <dsp:cNvPr id="0" name=""/>
        <dsp:cNvSpPr/>
      </dsp:nvSpPr>
      <dsp:spPr>
        <a:xfrm>
          <a:off x="1314422" y="1778846"/>
          <a:ext cx="2709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097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42372" y="1823058"/>
        <a:ext cx="15078" cy="3015"/>
      </dsp:txXfrm>
    </dsp:sp>
    <dsp:sp modelId="{840761FD-94FB-4375-8C61-08FCB206A7B6}">
      <dsp:nvSpPr>
        <dsp:cNvPr id="0" name=""/>
        <dsp:cNvSpPr/>
      </dsp:nvSpPr>
      <dsp:spPr>
        <a:xfrm>
          <a:off x="5009" y="1431202"/>
          <a:ext cx="1311212" cy="7867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51" tIns="67442" rIns="64251" bIns="67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Backend API development</a:t>
          </a:r>
        </a:p>
      </dsp:txBody>
      <dsp:txXfrm>
        <a:off x="5009" y="1431202"/>
        <a:ext cx="1311212" cy="786727"/>
      </dsp:txXfrm>
    </dsp:sp>
    <dsp:sp modelId="{9093FA07-2232-4BF9-9A0D-82F2AACDE204}">
      <dsp:nvSpPr>
        <dsp:cNvPr id="0" name=""/>
        <dsp:cNvSpPr/>
      </dsp:nvSpPr>
      <dsp:spPr>
        <a:xfrm>
          <a:off x="2927214" y="1778846"/>
          <a:ext cx="2709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097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55164" y="1823058"/>
        <a:ext cx="15078" cy="3015"/>
      </dsp:txXfrm>
    </dsp:sp>
    <dsp:sp modelId="{926EB491-6379-483E-9342-0A707312BCBD}">
      <dsp:nvSpPr>
        <dsp:cNvPr id="0" name=""/>
        <dsp:cNvSpPr/>
      </dsp:nvSpPr>
      <dsp:spPr>
        <a:xfrm>
          <a:off x="1617801" y="1431202"/>
          <a:ext cx="1311212" cy="7867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51" tIns="67442" rIns="64251" bIns="67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Frontend integration</a:t>
          </a:r>
        </a:p>
      </dsp:txBody>
      <dsp:txXfrm>
        <a:off x="1617801" y="1431202"/>
        <a:ext cx="1311212" cy="786727"/>
      </dsp:txXfrm>
    </dsp:sp>
    <dsp:sp modelId="{26C8D009-7A9D-4AA2-BB82-421EB300260A}">
      <dsp:nvSpPr>
        <dsp:cNvPr id="0" name=""/>
        <dsp:cNvSpPr/>
      </dsp:nvSpPr>
      <dsp:spPr>
        <a:xfrm>
          <a:off x="4540006" y="1778846"/>
          <a:ext cx="2709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097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67956" y="1823058"/>
        <a:ext cx="15078" cy="3015"/>
      </dsp:txXfrm>
    </dsp:sp>
    <dsp:sp modelId="{7D13E6C1-97C6-49D9-904C-264DD35D0B43}">
      <dsp:nvSpPr>
        <dsp:cNvPr id="0" name=""/>
        <dsp:cNvSpPr/>
      </dsp:nvSpPr>
      <dsp:spPr>
        <a:xfrm>
          <a:off x="3230593" y="1431202"/>
          <a:ext cx="1311212" cy="7867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51" tIns="67442" rIns="64251" bIns="67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Database connectivity</a:t>
          </a:r>
        </a:p>
      </dsp:txBody>
      <dsp:txXfrm>
        <a:off x="3230593" y="1431202"/>
        <a:ext cx="1311212" cy="786727"/>
      </dsp:txXfrm>
    </dsp:sp>
    <dsp:sp modelId="{27B47F68-E535-4C41-BA70-B5D4850E3686}">
      <dsp:nvSpPr>
        <dsp:cNvPr id="0" name=""/>
        <dsp:cNvSpPr/>
      </dsp:nvSpPr>
      <dsp:spPr>
        <a:xfrm>
          <a:off x="6152798" y="1778846"/>
          <a:ext cx="2709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097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80748" y="1823058"/>
        <a:ext cx="15078" cy="3015"/>
      </dsp:txXfrm>
    </dsp:sp>
    <dsp:sp modelId="{EFD9EA37-2B71-41BE-A58E-623B7160CBE5}">
      <dsp:nvSpPr>
        <dsp:cNvPr id="0" name=""/>
        <dsp:cNvSpPr/>
      </dsp:nvSpPr>
      <dsp:spPr>
        <a:xfrm>
          <a:off x="4843385" y="1431202"/>
          <a:ext cx="1311212" cy="7867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51" tIns="67442" rIns="64251" bIns="67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Testing Phase:</a:t>
          </a:r>
        </a:p>
      </dsp:txBody>
      <dsp:txXfrm>
        <a:off x="4843385" y="1431202"/>
        <a:ext cx="1311212" cy="786727"/>
      </dsp:txXfrm>
    </dsp:sp>
    <dsp:sp modelId="{E6C76A4A-70C2-4330-B5FF-678B379B8753}">
      <dsp:nvSpPr>
        <dsp:cNvPr id="0" name=""/>
        <dsp:cNvSpPr/>
      </dsp:nvSpPr>
      <dsp:spPr>
        <a:xfrm>
          <a:off x="660616" y="2216130"/>
          <a:ext cx="6451167" cy="270978"/>
        </a:xfrm>
        <a:custGeom>
          <a:avLst/>
          <a:gdLst/>
          <a:ahLst/>
          <a:cxnLst/>
          <a:rect l="0" t="0" r="0" b="0"/>
          <a:pathLst>
            <a:path>
              <a:moveTo>
                <a:pt x="6451167" y="0"/>
              </a:moveTo>
              <a:lnTo>
                <a:pt x="6451167" y="152589"/>
              </a:lnTo>
              <a:lnTo>
                <a:pt x="0" y="152589"/>
              </a:lnTo>
              <a:lnTo>
                <a:pt x="0" y="270978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24744" y="2350111"/>
        <a:ext cx="322910" cy="3015"/>
      </dsp:txXfrm>
    </dsp:sp>
    <dsp:sp modelId="{F66C2653-FCD9-4334-84F5-520B11D32799}">
      <dsp:nvSpPr>
        <dsp:cNvPr id="0" name=""/>
        <dsp:cNvSpPr/>
      </dsp:nvSpPr>
      <dsp:spPr>
        <a:xfrm>
          <a:off x="6456177" y="1431202"/>
          <a:ext cx="1311212" cy="7867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51" tIns="67442" rIns="64251" bIns="67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Unit testing</a:t>
          </a:r>
        </a:p>
      </dsp:txBody>
      <dsp:txXfrm>
        <a:off x="6456177" y="1431202"/>
        <a:ext cx="1311212" cy="786727"/>
      </dsp:txXfrm>
    </dsp:sp>
    <dsp:sp modelId="{285878A6-8A7D-41C8-B169-DBC395470AEE}">
      <dsp:nvSpPr>
        <dsp:cNvPr id="0" name=""/>
        <dsp:cNvSpPr/>
      </dsp:nvSpPr>
      <dsp:spPr>
        <a:xfrm>
          <a:off x="1314422" y="2867153"/>
          <a:ext cx="2709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097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442372" y="2911365"/>
        <a:ext cx="15078" cy="3015"/>
      </dsp:txXfrm>
    </dsp:sp>
    <dsp:sp modelId="{949B67A8-1B77-4225-BFA3-6F7EF1CBB8BD}">
      <dsp:nvSpPr>
        <dsp:cNvPr id="0" name=""/>
        <dsp:cNvSpPr/>
      </dsp:nvSpPr>
      <dsp:spPr>
        <a:xfrm>
          <a:off x="5009" y="2519509"/>
          <a:ext cx="1311212" cy="7867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51" tIns="67442" rIns="64251" bIns="67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Integration testing</a:t>
          </a:r>
        </a:p>
      </dsp:txBody>
      <dsp:txXfrm>
        <a:off x="5009" y="2519509"/>
        <a:ext cx="1311212" cy="786727"/>
      </dsp:txXfrm>
    </dsp:sp>
    <dsp:sp modelId="{34657325-0C66-4A2B-B628-544C56CB1580}">
      <dsp:nvSpPr>
        <dsp:cNvPr id="0" name=""/>
        <dsp:cNvSpPr/>
      </dsp:nvSpPr>
      <dsp:spPr>
        <a:xfrm>
          <a:off x="2927214" y="2867153"/>
          <a:ext cx="2709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097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55164" y="2911365"/>
        <a:ext cx="15078" cy="3015"/>
      </dsp:txXfrm>
    </dsp:sp>
    <dsp:sp modelId="{9B56F24A-CB91-411F-8307-37551FEFDD6A}">
      <dsp:nvSpPr>
        <dsp:cNvPr id="0" name=""/>
        <dsp:cNvSpPr/>
      </dsp:nvSpPr>
      <dsp:spPr>
        <a:xfrm>
          <a:off x="1617801" y="2519509"/>
          <a:ext cx="1311212" cy="7867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51" tIns="67442" rIns="64251" bIns="67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Deployment Phase:</a:t>
          </a:r>
        </a:p>
      </dsp:txBody>
      <dsp:txXfrm>
        <a:off x="1617801" y="2519509"/>
        <a:ext cx="1311212" cy="786727"/>
      </dsp:txXfrm>
    </dsp:sp>
    <dsp:sp modelId="{0E975F57-BED5-4E59-89A1-191A49605BA3}">
      <dsp:nvSpPr>
        <dsp:cNvPr id="0" name=""/>
        <dsp:cNvSpPr/>
      </dsp:nvSpPr>
      <dsp:spPr>
        <a:xfrm>
          <a:off x="4540006" y="2867153"/>
          <a:ext cx="2709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097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67956" y="2911365"/>
        <a:ext cx="15078" cy="3015"/>
      </dsp:txXfrm>
    </dsp:sp>
    <dsp:sp modelId="{C32816CA-A932-4798-A43A-C2D7AB099871}">
      <dsp:nvSpPr>
        <dsp:cNvPr id="0" name=""/>
        <dsp:cNvSpPr/>
      </dsp:nvSpPr>
      <dsp:spPr>
        <a:xfrm>
          <a:off x="3230593" y="2519509"/>
          <a:ext cx="1311212" cy="7867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51" tIns="67442" rIns="64251" bIns="67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Cloud hosting</a:t>
          </a:r>
        </a:p>
      </dsp:txBody>
      <dsp:txXfrm>
        <a:off x="3230593" y="2519509"/>
        <a:ext cx="1311212" cy="786727"/>
      </dsp:txXfrm>
    </dsp:sp>
    <dsp:sp modelId="{5450DA25-B0F6-4E06-AE55-4CE823FE1CCD}">
      <dsp:nvSpPr>
        <dsp:cNvPr id="0" name=""/>
        <dsp:cNvSpPr/>
      </dsp:nvSpPr>
      <dsp:spPr>
        <a:xfrm>
          <a:off x="6152798" y="2867153"/>
          <a:ext cx="2709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0978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80748" y="2911365"/>
        <a:ext cx="15078" cy="3015"/>
      </dsp:txXfrm>
    </dsp:sp>
    <dsp:sp modelId="{8E8AF628-67F9-4B33-B2C8-D900DF3D31C1}">
      <dsp:nvSpPr>
        <dsp:cNvPr id="0" name=""/>
        <dsp:cNvSpPr/>
      </dsp:nvSpPr>
      <dsp:spPr>
        <a:xfrm>
          <a:off x="4843385" y="2519509"/>
          <a:ext cx="1311212" cy="7867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51" tIns="67442" rIns="64251" bIns="67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- Final rollout</a:t>
          </a:r>
        </a:p>
      </dsp:txBody>
      <dsp:txXfrm>
        <a:off x="4843385" y="2519509"/>
        <a:ext cx="1311212" cy="786727"/>
      </dsp:txXfrm>
    </dsp:sp>
    <dsp:sp modelId="{96439682-49A4-4512-9267-EFBEBADF3331}">
      <dsp:nvSpPr>
        <dsp:cNvPr id="0" name=""/>
        <dsp:cNvSpPr/>
      </dsp:nvSpPr>
      <dsp:spPr>
        <a:xfrm>
          <a:off x="6456177" y="2519509"/>
          <a:ext cx="1311212" cy="7867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51" tIns="67442" rIns="64251" bIns="6744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Estimated Duration: 4–6 Weeks</a:t>
          </a:r>
        </a:p>
      </dsp:txBody>
      <dsp:txXfrm>
        <a:off x="6456177" y="2519509"/>
        <a:ext cx="1311212" cy="7867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1DB919-A5AD-4486-A79B-07055A9E10E4}">
      <dsp:nvSpPr>
        <dsp:cNvPr id="0" name=""/>
        <dsp:cNvSpPr/>
      </dsp:nvSpPr>
      <dsp:spPr>
        <a:xfrm>
          <a:off x="0" y="3841"/>
          <a:ext cx="4414719" cy="8182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53A7C4-4D39-4AFB-9861-8B855E647A60}">
      <dsp:nvSpPr>
        <dsp:cNvPr id="0" name=""/>
        <dsp:cNvSpPr/>
      </dsp:nvSpPr>
      <dsp:spPr>
        <a:xfrm>
          <a:off x="247522" y="187948"/>
          <a:ext cx="450040" cy="4500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C1DA33-7803-47FC-BBD5-1CEBC209166B}">
      <dsp:nvSpPr>
        <dsp:cNvPr id="0" name=""/>
        <dsp:cNvSpPr/>
      </dsp:nvSpPr>
      <dsp:spPr>
        <a:xfrm>
          <a:off x="945084" y="3841"/>
          <a:ext cx="3469634" cy="818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99" tIns="86599" rIns="86599" bIns="8659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Improved community communication</a:t>
          </a:r>
        </a:p>
      </dsp:txBody>
      <dsp:txXfrm>
        <a:off x="945084" y="3841"/>
        <a:ext cx="3469634" cy="818254"/>
      </dsp:txXfrm>
    </dsp:sp>
    <dsp:sp modelId="{43CF1883-3452-4A5C-B47F-EE255BA71176}">
      <dsp:nvSpPr>
        <dsp:cNvPr id="0" name=""/>
        <dsp:cNvSpPr/>
      </dsp:nvSpPr>
      <dsp:spPr>
        <a:xfrm>
          <a:off x="0" y="1026659"/>
          <a:ext cx="4414719" cy="8182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1B9607-2855-4B3F-AED1-92CA10D3AE4F}">
      <dsp:nvSpPr>
        <dsp:cNvPr id="0" name=""/>
        <dsp:cNvSpPr/>
      </dsp:nvSpPr>
      <dsp:spPr>
        <a:xfrm>
          <a:off x="247522" y="1210767"/>
          <a:ext cx="450040" cy="4500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0A945E-AC07-4B6E-AED8-0770F64FD676}">
      <dsp:nvSpPr>
        <dsp:cNvPr id="0" name=""/>
        <dsp:cNvSpPr/>
      </dsp:nvSpPr>
      <dsp:spPr>
        <a:xfrm>
          <a:off x="945084" y="1026659"/>
          <a:ext cx="3469634" cy="818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99" tIns="86599" rIns="86599" bIns="8659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Faster help response system</a:t>
          </a:r>
        </a:p>
      </dsp:txBody>
      <dsp:txXfrm>
        <a:off x="945084" y="1026659"/>
        <a:ext cx="3469634" cy="818254"/>
      </dsp:txXfrm>
    </dsp:sp>
    <dsp:sp modelId="{E336C288-8921-4D70-B7B4-221959F1FC4F}">
      <dsp:nvSpPr>
        <dsp:cNvPr id="0" name=""/>
        <dsp:cNvSpPr/>
      </dsp:nvSpPr>
      <dsp:spPr>
        <a:xfrm>
          <a:off x="0" y="2049478"/>
          <a:ext cx="4414719" cy="8182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2255C0-6611-45F3-893D-2A62439CFDC8}">
      <dsp:nvSpPr>
        <dsp:cNvPr id="0" name=""/>
        <dsp:cNvSpPr/>
      </dsp:nvSpPr>
      <dsp:spPr>
        <a:xfrm>
          <a:off x="247522" y="2233585"/>
          <a:ext cx="450040" cy="4500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4184F0-3C33-4F73-9D26-FE6BC61057F2}">
      <dsp:nvSpPr>
        <dsp:cNvPr id="0" name=""/>
        <dsp:cNvSpPr/>
      </dsp:nvSpPr>
      <dsp:spPr>
        <a:xfrm>
          <a:off x="945084" y="2049478"/>
          <a:ext cx="3469634" cy="818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99" tIns="86599" rIns="86599" bIns="8659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Increased volunteer participation</a:t>
          </a:r>
        </a:p>
      </dsp:txBody>
      <dsp:txXfrm>
        <a:off x="945084" y="2049478"/>
        <a:ext cx="3469634" cy="818254"/>
      </dsp:txXfrm>
    </dsp:sp>
    <dsp:sp modelId="{A5F45DE2-AE61-495F-917D-9FF40795A9BE}">
      <dsp:nvSpPr>
        <dsp:cNvPr id="0" name=""/>
        <dsp:cNvSpPr/>
      </dsp:nvSpPr>
      <dsp:spPr>
        <a:xfrm>
          <a:off x="0" y="3072296"/>
          <a:ext cx="4414719" cy="8182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299D53-3FFC-4188-AD90-83CF825D2A15}">
      <dsp:nvSpPr>
        <dsp:cNvPr id="0" name=""/>
        <dsp:cNvSpPr/>
      </dsp:nvSpPr>
      <dsp:spPr>
        <a:xfrm>
          <a:off x="247522" y="3256403"/>
          <a:ext cx="450040" cy="45004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401859-30C0-464E-81AE-9773E8992979}">
      <dsp:nvSpPr>
        <dsp:cNvPr id="0" name=""/>
        <dsp:cNvSpPr/>
      </dsp:nvSpPr>
      <dsp:spPr>
        <a:xfrm>
          <a:off x="945084" y="3072296"/>
          <a:ext cx="3469634" cy="818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99" tIns="86599" rIns="86599" bIns="8659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Efficient digital resource management</a:t>
          </a:r>
        </a:p>
      </dsp:txBody>
      <dsp:txXfrm>
        <a:off x="945084" y="3072296"/>
        <a:ext cx="3469634" cy="818254"/>
      </dsp:txXfrm>
    </dsp:sp>
    <dsp:sp modelId="{9E691EEC-3C5E-409D-9B45-0F2488ABE8BF}">
      <dsp:nvSpPr>
        <dsp:cNvPr id="0" name=""/>
        <dsp:cNvSpPr/>
      </dsp:nvSpPr>
      <dsp:spPr>
        <a:xfrm>
          <a:off x="0" y="4095114"/>
          <a:ext cx="4414719" cy="8182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EC1F1F-86A6-4BEB-9C86-66636326672C}">
      <dsp:nvSpPr>
        <dsp:cNvPr id="0" name=""/>
        <dsp:cNvSpPr/>
      </dsp:nvSpPr>
      <dsp:spPr>
        <a:xfrm>
          <a:off x="247522" y="4279222"/>
          <a:ext cx="450040" cy="45004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8F637-9981-45B6-A3A9-082717D69D15}">
      <dsp:nvSpPr>
        <dsp:cNvPr id="0" name=""/>
        <dsp:cNvSpPr/>
      </dsp:nvSpPr>
      <dsp:spPr>
        <a:xfrm>
          <a:off x="945084" y="4095114"/>
          <a:ext cx="3469634" cy="818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99" tIns="86599" rIns="86599" bIns="8659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Scalable platform for future expansion</a:t>
          </a:r>
        </a:p>
      </dsp:txBody>
      <dsp:txXfrm>
        <a:off x="945084" y="4095114"/>
        <a:ext cx="3469634" cy="8182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8FB309-19F3-4659-A19E-8138E18534C9}">
      <dsp:nvSpPr>
        <dsp:cNvPr id="0" name=""/>
        <dsp:cNvSpPr/>
      </dsp:nvSpPr>
      <dsp:spPr>
        <a:xfrm>
          <a:off x="418257" y="189050"/>
          <a:ext cx="575068" cy="5750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01EAAF-58E7-4F50-90DB-28EDCB622450}">
      <dsp:nvSpPr>
        <dsp:cNvPr id="0" name=""/>
        <dsp:cNvSpPr/>
      </dsp:nvSpPr>
      <dsp:spPr>
        <a:xfrm>
          <a:off x="66827" y="977926"/>
          <a:ext cx="1277929" cy="511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solution delivers a scalable and secure platform</a:t>
          </a:r>
        </a:p>
      </dsp:txBody>
      <dsp:txXfrm>
        <a:off x="66827" y="977926"/>
        <a:ext cx="1277929" cy="511171"/>
      </dsp:txXfrm>
    </dsp:sp>
    <dsp:sp modelId="{F10A6442-6C3B-48C0-A653-7442D4CB1C2B}">
      <dsp:nvSpPr>
        <dsp:cNvPr id="0" name=""/>
        <dsp:cNvSpPr/>
      </dsp:nvSpPr>
      <dsp:spPr>
        <a:xfrm>
          <a:off x="1919825" y="189050"/>
          <a:ext cx="575068" cy="5750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FEF030-EBC2-47DF-A3B0-CD5F82EAA3F4}">
      <dsp:nvSpPr>
        <dsp:cNvPr id="0" name=""/>
        <dsp:cNvSpPr/>
      </dsp:nvSpPr>
      <dsp:spPr>
        <a:xfrm>
          <a:off x="1568394" y="977926"/>
          <a:ext cx="1277929" cy="511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to enhance community engagement and efficiency.</a:t>
          </a:r>
        </a:p>
      </dsp:txBody>
      <dsp:txXfrm>
        <a:off x="1568394" y="977926"/>
        <a:ext cx="1277929" cy="511171"/>
      </dsp:txXfrm>
    </dsp:sp>
    <dsp:sp modelId="{DFF9317A-5ABC-49A0-83AB-860FC3F035AA}">
      <dsp:nvSpPr>
        <dsp:cNvPr id="0" name=""/>
        <dsp:cNvSpPr/>
      </dsp:nvSpPr>
      <dsp:spPr>
        <a:xfrm>
          <a:off x="3421392" y="189050"/>
          <a:ext cx="575068" cy="5750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AF070B-7E13-40EF-8744-63DF2B015757}">
      <dsp:nvSpPr>
        <dsp:cNvPr id="0" name=""/>
        <dsp:cNvSpPr/>
      </dsp:nvSpPr>
      <dsp:spPr>
        <a:xfrm>
          <a:off x="3069962" y="977926"/>
          <a:ext cx="1277929" cy="511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Immediate Next Steps:</a:t>
          </a:r>
        </a:p>
      </dsp:txBody>
      <dsp:txXfrm>
        <a:off x="3069962" y="977926"/>
        <a:ext cx="1277929" cy="511171"/>
      </dsp:txXfrm>
    </dsp:sp>
    <dsp:sp modelId="{BCE5D81E-E343-4472-B191-493FC4BD5271}">
      <dsp:nvSpPr>
        <dsp:cNvPr id="0" name=""/>
        <dsp:cNvSpPr/>
      </dsp:nvSpPr>
      <dsp:spPr>
        <a:xfrm>
          <a:off x="418257" y="1808581"/>
          <a:ext cx="575068" cy="5750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5D90D2-6A1D-4FCA-9A4F-F403A743E3E9}">
      <dsp:nvSpPr>
        <dsp:cNvPr id="0" name=""/>
        <dsp:cNvSpPr/>
      </dsp:nvSpPr>
      <dsp:spPr>
        <a:xfrm>
          <a:off x="66827" y="2597457"/>
          <a:ext cx="1277929" cy="511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Finalize technology stack</a:t>
          </a:r>
        </a:p>
      </dsp:txBody>
      <dsp:txXfrm>
        <a:off x="66827" y="2597457"/>
        <a:ext cx="1277929" cy="511171"/>
      </dsp:txXfrm>
    </dsp:sp>
    <dsp:sp modelId="{B5203E92-03FA-4532-AA71-B6B94B2D445A}">
      <dsp:nvSpPr>
        <dsp:cNvPr id="0" name=""/>
        <dsp:cNvSpPr/>
      </dsp:nvSpPr>
      <dsp:spPr>
        <a:xfrm>
          <a:off x="1919825" y="1808581"/>
          <a:ext cx="575068" cy="57506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7B3724-C284-4D43-A12C-430BBA5640D2}">
      <dsp:nvSpPr>
        <dsp:cNvPr id="0" name=""/>
        <dsp:cNvSpPr/>
      </dsp:nvSpPr>
      <dsp:spPr>
        <a:xfrm>
          <a:off x="1568394" y="2597457"/>
          <a:ext cx="1277929" cy="511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Develop MVP</a:t>
          </a:r>
        </a:p>
      </dsp:txBody>
      <dsp:txXfrm>
        <a:off x="1568394" y="2597457"/>
        <a:ext cx="1277929" cy="511171"/>
      </dsp:txXfrm>
    </dsp:sp>
    <dsp:sp modelId="{3469310F-B202-4ED1-8E9B-E184C91BADBB}">
      <dsp:nvSpPr>
        <dsp:cNvPr id="0" name=""/>
        <dsp:cNvSpPr/>
      </dsp:nvSpPr>
      <dsp:spPr>
        <a:xfrm>
          <a:off x="3421392" y="1808581"/>
          <a:ext cx="575068" cy="57506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3A9959-6E54-4F73-96B8-5514FD91A3D0}">
      <dsp:nvSpPr>
        <dsp:cNvPr id="0" name=""/>
        <dsp:cNvSpPr/>
      </dsp:nvSpPr>
      <dsp:spPr>
        <a:xfrm>
          <a:off x="3069962" y="2597457"/>
          <a:ext cx="1277929" cy="511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Conduct pilot testing</a:t>
          </a:r>
        </a:p>
      </dsp:txBody>
      <dsp:txXfrm>
        <a:off x="3069962" y="2597457"/>
        <a:ext cx="1277929" cy="511171"/>
      </dsp:txXfrm>
    </dsp:sp>
    <dsp:sp modelId="{64E65FE8-F2B7-42C2-8B57-6CD5BA5519A6}">
      <dsp:nvSpPr>
        <dsp:cNvPr id="0" name=""/>
        <dsp:cNvSpPr/>
      </dsp:nvSpPr>
      <dsp:spPr>
        <a:xfrm>
          <a:off x="1169041" y="3428112"/>
          <a:ext cx="575068" cy="57506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2B6062-A82E-4349-B8CB-260D1E35AEFE}">
      <dsp:nvSpPr>
        <dsp:cNvPr id="0" name=""/>
        <dsp:cNvSpPr/>
      </dsp:nvSpPr>
      <dsp:spPr>
        <a:xfrm>
          <a:off x="817610" y="4216988"/>
          <a:ext cx="1277929" cy="511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Gather feedback</a:t>
          </a:r>
        </a:p>
      </dsp:txBody>
      <dsp:txXfrm>
        <a:off x="817610" y="4216988"/>
        <a:ext cx="1277929" cy="511171"/>
      </dsp:txXfrm>
    </dsp:sp>
    <dsp:sp modelId="{FD46E9D9-56C5-45C9-8542-63B5DEE1C953}">
      <dsp:nvSpPr>
        <dsp:cNvPr id="0" name=""/>
        <dsp:cNvSpPr/>
      </dsp:nvSpPr>
      <dsp:spPr>
        <a:xfrm>
          <a:off x="2670609" y="3428112"/>
          <a:ext cx="575068" cy="575068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48A47F-9BAF-443E-86EC-B03B35D18F1A}">
      <dsp:nvSpPr>
        <dsp:cNvPr id="0" name=""/>
        <dsp:cNvSpPr/>
      </dsp:nvSpPr>
      <dsp:spPr>
        <a:xfrm>
          <a:off x="2319178" y="4216988"/>
          <a:ext cx="1277929" cy="5111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- Deploy full version</a:t>
          </a:r>
        </a:p>
      </dsp:txBody>
      <dsp:txXfrm>
        <a:off x="2319178" y="4216988"/>
        <a:ext cx="1277929" cy="5111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9370A4-7986-488E-B943-F549CCF2AA33}">
      <dsp:nvSpPr>
        <dsp:cNvPr id="0" name=""/>
        <dsp:cNvSpPr/>
      </dsp:nvSpPr>
      <dsp:spPr>
        <a:xfrm>
          <a:off x="469284" y="432399"/>
          <a:ext cx="1372500" cy="13725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00F48E-B0B7-4E83-9443-473761B76E8F}">
      <dsp:nvSpPr>
        <dsp:cNvPr id="0" name=""/>
        <dsp:cNvSpPr/>
      </dsp:nvSpPr>
      <dsp:spPr>
        <a:xfrm>
          <a:off x="761784" y="724899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B7CBA5-A9EE-45B7-9177-08503AEE7ADD}">
      <dsp:nvSpPr>
        <dsp:cNvPr id="0" name=""/>
        <dsp:cNvSpPr/>
      </dsp:nvSpPr>
      <dsp:spPr>
        <a:xfrm>
          <a:off x="30534" y="2232399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Phone: 123-456-7890</a:t>
          </a:r>
        </a:p>
      </dsp:txBody>
      <dsp:txXfrm>
        <a:off x="30534" y="2232399"/>
        <a:ext cx="2250000" cy="720000"/>
      </dsp:txXfrm>
    </dsp:sp>
    <dsp:sp modelId="{2B39434F-89C9-4C24-8451-6747D1F9944F}">
      <dsp:nvSpPr>
        <dsp:cNvPr id="0" name=""/>
        <dsp:cNvSpPr/>
      </dsp:nvSpPr>
      <dsp:spPr>
        <a:xfrm>
          <a:off x="3113034" y="432399"/>
          <a:ext cx="1372500" cy="13725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0262BA-B7AF-4CC3-9462-BFCB346ED37C}">
      <dsp:nvSpPr>
        <dsp:cNvPr id="0" name=""/>
        <dsp:cNvSpPr/>
      </dsp:nvSpPr>
      <dsp:spPr>
        <a:xfrm>
          <a:off x="3405534" y="724899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2A5E9E-FC16-4B6B-A539-BC34A054387C}">
      <dsp:nvSpPr>
        <dsp:cNvPr id="0" name=""/>
        <dsp:cNvSpPr/>
      </dsp:nvSpPr>
      <dsp:spPr>
        <a:xfrm>
          <a:off x="2674284" y="2232399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Email: hello@reallygreatsite.com</a:t>
          </a:r>
        </a:p>
      </dsp:txBody>
      <dsp:txXfrm>
        <a:off x="2674284" y="2232399"/>
        <a:ext cx="2250000" cy="720000"/>
      </dsp:txXfrm>
    </dsp:sp>
    <dsp:sp modelId="{017107F5-280D-4BCB-BCEE-518F6F76FDC7}">
      <dsp:nvSpPr>
        <dsp:cNvPr id="0" name=""/>
        <dsp:cNvSpPr/>
      </dsp:nvSpPr>
      <dsp:spPr>
        <a:xfrm>
          <a:off x="5756784" y="432399"/>
          <a:ext cx="1372500" cy="13725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A2D460-57D1-4F72-8D1C-61BC61EBD602}">
      <dsp:nvSpPr>
        <dsp:cNvPr id="0" name=""/>
        <dsp:cNvSpPr/>
      </dsp:nvSpPr>
      <dsp:spPr>
        <a:xfrm>
          <a:off x="6049284" y="724899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DBAD3C-9195-48B8-A4AB-671090C7B02B}">
      <dsp:nvSpPr>
        <dsp:cNvPr id="0" name=""/>
        <dsp:cNvSpPr/>
      </dsp:nvSpPr>
      <dsp:spPr>
        <a:xfrm>
          <a:off x="5318034" y="2232399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Social Media: @reallygreatsite</a:t>
          </a:r>
        </a:p>
      </dsp:txBody>
      <dsp:txXfrm>
        <a:off x="5318034" y="2232399"/>
        <a:ext cx="225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19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637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09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71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2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845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798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5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602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82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026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102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690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15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067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753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03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2D75EE2-CF15-45F1-A961-37B449E21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87096" y="1964267"/>
            <a:ext cx="4682997" cy="24214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/>
              <a:t>Detection of Deepfake and Synthetic Media Threats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87096" y="4385732"/>
            <a:ext cx="4682997" cy="1405467"/>
          </a:xfrm>
        </p:spPr>
        <p:txBody>
          <a:bodyPr>
            <a:normAutofit fontScale="85000" lnSpcReduction="10000"/>
          </a:bodyPr>
          <a:lstStyle/>
          <a:p>
            <a:r>
              <a:rPr lang="en-IN" sz="1700" dirty="0"/>
              <a:t>Team: Digital Piece</a:t>
            </a:r>
          </a:p>
          <a:p>
            <a:r>
              <a:rPr lang="en-IN" sz="1700" dirty="0"/>
              <a:t>Members: Harshil, Sahithi, Sathwik, Rohnith</a:t>
            </a:r>
          </a:p>
          <a:p>
            <a:r>
              <a:rPr lang="en-IN" sz="1700" dirty="0"/>
              <a:t>IEEE </a:t>
            </a:r>
            <a:r>
              <a:rPr lang="en-IN" sz="1700" dirty="0" err="1"/>
              <a:t>HackConquest</a:t>
            </a:r>
            <a:r>
              <a:rPr lang="en-IN" sz="1700" dirty="0"/>
              <a:t> 2.0 | February 27, 2026</a:t>
            </a:r>
          </a:p>
          <a:p>
            <a:endParaRPr lang="en-IN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7B671B-3B5D-E5A9-5156-2F1781C271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650" r="24650"/>
          <a:stretch/>
        </p:blipFill>
        <p:spPr>
          <a:xfrm>
            <a:off x="20" y="975"/>
            <a:ext cx="347698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1814" y="220677"/>
            <a:ext cx="4782166" cy="95919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dirty="0"/>
              <a:t>Solution Architecture Overview</a:t>
            </a:r>
          </a:p>
          <a:p>
            <a:pPr>
              <a:lnSpc>
                <a:spcPct val="90000"/>
              </a:lnSpc>
            </a:pPr>
            <a:r>
              <a:rPr lang="en-US" sz="2200" dirty="0"/>
              <a:t>High-Level Design of the Solution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F66B59AE-3C62-AD9E-8DEC-41683D35D7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6" r="42318" b="-2"/>
          <a:stretch>
            <a:fillRect/>
          </a:stretch>
        </p:blipFill>
        <p:spPr>
          <a:xfrm>
            <a:off x="20" y="975"/>
            <a:ext cx="4001709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9380" y="719937"/>
            <a:ext cx="2780072" cy="3972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400" dirty="0">
                <a:latin typeface="Agency FB" panose="020B0503020202020204" pitchFamily="34" charset="0"/>
              </a:rPr>
              <a:t>Three-Tier Architecture:</a:t>
            </a:r>
          </a:p>
          <a:p>
            <a:pPr>
              <a:lnSpc>
                <a:spcPct val="90000"/>
              </a:lnSpc>
            </a:pPr>
            <a:endParaRPr lang="en-IN" sz="1400" dirty="0">
              <a:latin typeface="Agency FB" panose="020B0503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IN" sz="1400" dirty="0">
                <a:latin typeface="Agency FB" panose="020B0503020202020204" pitchFamily="34" charset="0"/>
              </a:rPr>
              <a:t>1. Frontend Layer:</a:t>
            </a:r>
          </a:p>
          <a:p>
            <a:pPr>
              <a:lnSpc>
                <a:spcPct val="90000"/>
              </a:lnSpc>
            </a:pPr>
            <a:r>
              <a:rPr lang="en-IN" sz="1400" dirty="0">
                <a:latin typeface="Agency FB" panose="020B0503020202020204" pitchFamily="34" charset="0"/>
              </a:rPr>
              <a:t>- HTML, CSS, JavaScript</a:t>
            </a:r>
          </a:p>
          <a:p>
            <a:pPr>
              <a:lnSpc>
                <a:spcPct val="90000"/>
              </a:lnSpc>
            </a:pPr>
            <a:endParaRPr lang="en-IN" sz="1400" dirty="0">
              <a:latin typeface="Agency FB" panose="020B0503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IN" sz="1400" dirty="0">
                <a:latin typeface="Agency FB" panose="020B0503020202020204" pitchFamily="34" charset="0"/>
              </a:rPr>
              <a:t>2. Backend Layer:</a:t>
            </a:r>
          </a:p>
          <a:p>
            <a:pPr>
              <a:lnSpc>
                <a:spcPct val="90000"/>
              </a:lnSpc>
            </a:pPr>
            <a:r>
              <a:rPr lang="en-IN" sz="1400" dirty="0">
                <a:latin typeface="Agency FB" panose="020B0503020202020204" pitchFamily="34" charset="0"/>
              </a:rPr>
              <a:t>- Node.js</a:t>
            </a:r>
          </a:p>
          <a:p>
            <a:pPr>
              <a:lnSpc>
                <a:spcPct val="90000"/>
              </a:lnSpc>
            </a:pPr>
            <a:r>
              <a:rPr lang="en-IN" sz="1400" dirty="0">
                <a:latin typeface="Agency FB" panose="020B0503020202020204" pitchFamily="34" charset="0"/>
              </a:rPr>
              <a:t>- Handles authentication and request processing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3490721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3483577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2513648" cy="499533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Technical Feasibility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340" y="-2"/>
            <a:ext cx="5653278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ADE807-773D-9598-57DD-D5C78955D4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3735647"/>
              </p:ext>
            </p:extLst>
          </p:nvPr>
        </p:nvGraphicFramePr>
        <p:xfrm>
          <a:off x="4100631" y="804671"/>
          <a:ext cx="4414719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Timeline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7E23C7-5FA4-2BEB-8755-8BA8F4A6645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142068"/>
          <a:ext cx="7772400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719807"/>
            <a:ext cx="2744542" cy="3418387"/>
          </a:xfrm>
        </p:spPr>
        <p:txBody>
          <a:bodyPr>
            <a:normAutofit/>
          </a:bodyPr>
          <a:lstStyle/>
          <a:p>
            <a:pPr algn="r"/>
            <a:r>
              <a:t>Resource Requirements</a:t>
            </a:r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0192" y="2108835"/>
            <a:ext cx="0" cy="26403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4" y="1719807"/>
            <a:ext cx="4888157" cy="341838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IN" dirty="0"/>
              <a:t>Human Resources:</a:t>
            </a:r>
          </a:p>
          <a:p>
            <a:pPr>
              <a:lnSpc>
                <a:spcPct val="90000"/>
              </a:lnSpc>
            </a:pPr>
            <a:r>
              <a:rPr lang="en-IN" dirty="0"/>
              <a:t>- Backend Developer</a:t>
            </a:r>
          </a:p>
          <a:p>
            <a:pPr>
              <a:lnSpc>
                <a:spcPct val="90000"/>
              </a:lnSpc>
            </a:pPr>
            <a:r>
              <a:rPr lang="en-IN" dirty="0"/>
              <a:t>- Frontend Developer</a:t>
            </a:r>
          </a:p>
          <a:p>
            <a:pPr>
              <a:lnSpc>
                <a:spcPct val="90000"/>
              </a:lnSpc>
            </a:pPr>
            <a:r>
              <a:rPr lang="en-IN" dirty="0"/>
              <a:t>- Database Manager</a:t>
            </a:r>
          </a:p>
          <a:p>
            <a:pPr>
              <a:lnSpc>
                <a:spcPct val="90000"/>
              </a:lnSpc>
            </a:pPr>
            <a:r>
              <a:rPr lang="en-IN" dirty="0"/>
              <a:t>- Testing &amp; Documentation Lead</a:t>
            </a:r>
          </a:p>
          <a:p>
            <a:pPr>
              <a:lnSpc>
                <a:spcPct val="90000"/>
              </a:lnSpc>
            </a:pPr>
            <a:endParaRPr lang="en-IN" dirty="0"/>
          </a:p>
          <a:p>
            <a:pPr>
              <a:lnSpc>
                <a:spcPct val="90000"/>
              </a:lnSpc>
            </a:pPr>
            <a:r>
              <a:rPr lang="en-IN" dirty="0"/>
              <a:t>Technical Resources:</a:t>
            </a:r>
          </a:p>
          <a:p>
            <a:pPr>
              <a:lnSpc>
                <a:spcPct val="90000"/>
              </a:lnSpc>
            </a:pPr>
            <a:r>
              <a:rPr lang="en-IN" dirty="0"/>
              <a:t>- Laptops with Node.js installed</a:t>
            </a:r>
          </a:p>
          <a:p>
            <a:pPr>
              <a:lnSpc>
                <a:spcPct val="90000"/>
              </a:lnSpc>
            </a:pPr>
            <a:r>
              <a:rPr lang="en-IN" dirty="0"/>
              <a:t>- GitHub for version control</a:t>
            </a:r>
          </a:p>
          <a:p>
            <a:pPr>
              <a:lnSpc>
                <a:spcPct val="90000"/>
              </a:lnSpc>
            </a:pPr>
            <a:r>
              <a:rPr lang="en-IN" dirty="0"/>
              <a:t>- Cloud hosting platform</a:t>
            </a:r>
          </a:p>
          <a:p>
            <a:pPr>
              <a:lnSpc>
                <a:spcPct val="90000"/>
              </a:lnSpc>
            </a:pPr>
            <a:endParaRPr lang="en-IN" dirty="0"/>
          </a:p>
          <a:p>
            <a:pPr>
              <a:lnSpc>
                <a:spcPct val="90000"/>
              </a:lnSpc>
            </a:pPr>
            <a:r>
              <a:rPr lang="en-IN" dirty="0"/>
              <a:t>Budget:</a:t>
            </a:r>
          </a:p>
          <a:p>
            <a:pPr>
              <a:lnSpc>
                <a:spcPct val="90000"/>
              </a:lnSpc>
            </a:pPr>
            <a:r>
              <a:rPr lang="en-IN" dirty="0"/>
              <a:t>- Mostly free tools</a:t>
            </a:r>
          </a:p>
          <a:p>
            <a:pPr>
              <a:lnSpc>
                <a:spcPct val="90000"/>
              </a:lnSpc>
            </a:pPr>
            <a:r>
              <a:rPr lang="en-IN" dirty="0"/>
              <a:t>- Optional hosting cost: ₹0–₹2000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Risk 1: Technology Integration Issues</a:t>
            </a:r>
          </a:p>
          <a:p>
            <a:r>
              <a:t>Mitigation: Modular coding &amp; API documentation</a:t>
            </a:r>
          </a:p>
          <a:p>
            <a:endParaRPr/>
          </a:p>
          <a:p>
            <a:r>
              <a:t>Risk 2: Database Performance Issues</a:t>
            </a:r>
          </a:p>
          <a:p>
            <a:r>
              <a:t>Mitigation: Query optimization &amp; indexing</a:t>
            </a:r>
          </a:p>
          <a:p>
            <a:endParaRPr/>
          </a:p>
          <a:p>
            <a:r>
              <a:t>Risk 3: Security Vulnerabilities</a:t>
            </a:r>
          </a:p>
          <a:p>
            <a:r>
              <a:t>Mitigation: Password hashing &amp; input validation</a:t>
            </a:r>
          </a:p>
          <a:p>
            <a:endParaRPr/>
          </a:p>
          <a:p>
            <a:r>
              <a:t>Risk 4: Deployment Failures</a:t>
            </a:r>
          </a:p>
          <a:p>
            <a:r>
              <a:t>Mitigation: Cloud testing &amp; backup strategy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3490721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3483577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2513648" cy="499533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Expected Outcomes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340" y="-2"/>
            <a:ext cx="5653278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948C5B-8A73-F4E9-BF7A-BF452D68EF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5581698"/>
              </p:ext>
            </p:extLst>
          </p:nvPr>
        </p:nvGraphicFramePr>
        <p:xfrm>
          <a:off x="4100631" y="804671"/>
          <a:ext cx="4414719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3490721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3483577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2513648" cy="499533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Summary &amp; Next Steps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340" y="-2"/>
            <a:ext cx="5653278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6E292F-F709-7D1E-32C2-A164FE96E3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070487"/>
              </p:ext>
            </p:extLst>
          </p:nvPr>
        </p:nvGraphicFramePr>
        <p:xfrm>
          <a:off x="4100631" y="804671"/>
          <a:ext cx="4414719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7598569" cy="1456267"/>
          </a:xfrm>
        </p:spPr>
        <p:txBody>
          <a:bodyPr>
            <a:normAutofit/>
          </a:bodyPr>
          <a:lstStyle/>
          <a:p>
            <a:r>
              <a:t>Thank You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C0171A1-CC86-917A-1143-31A2EBF6E6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9675998"/>
              </p:ext>
            </p:extLst>
          </p:nvPr>
        </p:nvGraphicFramePr>
        <p:xfrm>
          <a:off x="514350" y="2406400"/>
          <a:ext cx="7598568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67</TotalTime>
  <Words>347</Words>
  <Application>Microsoft Office PowerPoint</Application>
  <PresentationFormat>On-screen Show (4:3)</PresentationFormat>
  <Paragraphs>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Agency FB</vt:lpstr>
      <vt:lpstr>Arial</vt:lpstr>
      <vt:lpstr>Rockwell</vt:lpstr>
      <vt:lpstr>Tw Cen MT</vt:lpstr>
      <vt:lpstr>Celestial</vt:lpstr>
      <vt:lpstr>Detection of Deepfake and Synthetic Media Threats</vt:lpstr>
      <vt:lpstr>Solution Architecture Overview High-Level Design of the Solution</vt:lpstr>
      <vt:lpstr>Technical Feasibility</vt:lpstr>
      <vt:lpstr>Implementation Timeline</vt:lpstr>
      <vt:lpstr>Resource Requirements</vt:lpstr>
      <vt:lpstr>Risk Assessment</vt:lpstr>
      <vt:lpstr>Expected Outcomes</vt:lpstr>
      <vt:lpstr>Summary &amp; Next Steps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Rohnith Marri</cp:lastModifiedBy>
  <cp:revision>2</cp:revision>
  <dcterms:created xsi:type="dcterms:W3CDTF">2013-01-27T09:14:16Z</dcterms:created>
  <dcterms:modified xsi:type="dcterms:W3CDTF">2026-02-27T14:42:58Z</dcterms:modified>
  <cp:category/>
</cp:coreProperties>
</file>