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5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1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4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12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87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3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4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36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1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9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99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90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66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5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17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62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44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30043"/>
            <a:ext cx="8229600" cy="132802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i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DeepSafe</a:t>
            </a:r>
            <a:r>
              <a:rPr lang="en-US" sz="3100" i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3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– Verification Layer for             Synthetic Media</a:t>
            </a:r>
            <a:b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380" y="3595113"/>
            <a:ext cx="8028039" cy="3262887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Team Name: Digital Piece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Domain: AI + Cybersecurity + Digital Forensics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Problem: AI-generated deepfakes threaten digital trust, journalism, elections, and cybersecurity.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1A716-1232-1EA9-96F7-F8D07FC5C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473" y="2942819"/>
            <a:ext cx="3254022" cy="640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8340" y="0"/>
            <a:ext cx="4667319" cy="1721008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ABOUT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2" y="1226755"/>
            <a:ext cx="3438216" cy="440448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sz="2000" b="1" i="1" dirty="0" err="1"/>
              <a:t>DeepSafe</a:t>
            </a:r>
            <a:r>
              <a:rPr sz="2000" b="1" i="1" dirty="0"/>
              <a:t> is a forensic AI web application that:</a:t>
            </a:r>
            <a:endParaRPr lang="en-IN" sz="2000" b="1" i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dirty="0"/>
              <a:t>Accepts Image, Audio, Video files</a:t>
            </a:r>
            <a:endParaRPr lang="en-IN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dirty="0"/>
              <a:t>Uses AI models to detect manipulation</a:t>
            </a:r>
            <a:endParaRPr lang="en-IN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dirty="0"/>
              <a:t>Returns AI probability score</a:t>
            </a:r>
            <a:endParaRPr lang="en-IN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dirty="0"/>
              <a:t>Displays forensic analysis logs</a:t>
            </a:r>
            <a:endParaRPr lang="en-IN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dirty="0"/>
              <a:t>Shows authenticity verdict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203B8-C122-34CB-C303-148175E0E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48" y="1848828"/>
            <a:ext cx="4667319" cy="45126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6128" y="153485"/>
            <a:ext cx="3546987" cy="1608124"/>
          </a:xfrm>
        </p:spPr>
        <p:txBody>
          <a:bodyPr>
            <a:normAutofit/>
          </a:bodyPr>
          <a:lstStyle/>
          <a:p>
            <a:pPr algn="ctr"/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ALGORITHM – </a:t>
            </a:r>
            <a:b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718304"/>
            <a:ext cx="4530213" cy="51821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i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Images: </a:t>
            </a:r>
            <a:r>
              <a:rPr sz="2000" dirty="0"/>
              <a:t>API analysis → Probability score → ≥50% Fake, &lt;50% Authentic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b="1" i="1" dirty="0">
                <a:latin typeface="Aharoni" panose="020F0502020204030204" pitchFamily="2" charset="-79"/>
                <a:cs typeface="Aharoni" panose="020F0502020204030204" pitchFamily="2" charset="-79"/>
              </a:rPr>
              <a:t>Audio</a:t>
            </a:r>
            <a:r>
              <a:rPr sz="2400" i="1" dirty="0"/>
              <a:t>: </a:t>
            </a:r>
            <a:r>
              <a:rPr sz="1800" dirty="0"/>
              <a:t>Detects cloning artifacts &amp; spectral inconsistencies</a:t>
            </a: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b="1" i="1" dirty="0">
                <a:latin typeface="Aharoni" panose="02010803020104030203" pitchFamily="2" charset="-79"/>
                <a:cs typeface="Aharoni" panose="02010803020104030203" pitchFamily="2" charset="-79"/>
              </a:rPr>
              <a:t>Video</a:t>
            </a:r>
            <a:r>
              <a:rPr sz="1800" dirty="0">
                <a:latin typeface="Aharoni" panose="02010803020104030203" pitchFamily="2" charset="-79"/>
                <a:cs typeface="Aharoni" panose="02010803020104030203" pitchFamily="2" charset="-79"/>
              </a:rPr>
              <a:t>: </a:t>
            </a:r>
            <a:r>
              <a:rPr sz="1800" dirty="0"/>
              <a:t>Extract frames → Score each frame → Average result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E92EF1C8-C1D3-EDAE-06E1-E29E5EB007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83" r="27092"/>
          <a:stretch>
            <a:fillRect/>
          </a:stretch>
        </p:blipFill>
        <p:spPr>
          <a:xfrm>
            <a:off x="21" y="975"/>
            <a:ext cx="43949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F2F2AE-1A27-0186-DC93-EE1C742221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r="25000"/>
          <a:stretch>
            <a:fillRect/>
          </a:stretch>
        </p:blipFill>
        <p:spPr>
          <a:xfrm>
            <a:off x="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" y="34876"/>
            <a:ext cx="7598569" cy="1456267"/>
          </a:xfrm>
        </p:spPr>
        <p:txBody>
          <a:bodyPr>
            <a:normAutofit/>
          </a:bodyPr>
          <a:lstStyle/>
          <a:p>
            <a:r>
              <a:rPr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" y="819261"/>
            <a:ext cx="7598569" cy="3649133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sz="1800" dirty="0"/>
              <a:t>Frontend</a:t>
            </a:r>
            <a:r>
              <a:rPr dirty="0"/>
              <a:t>: HTML, CSS, JavaScript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1800" dirty="0"/>
              <a:t>Backend</a:t>
            </a:r>
            <a:r>
              <a:rPr dirty="0"/>
              <a:t>: Node.js, Express, Multer, </a:t>
            </a:r>
            <a:r>
              <a:rPr dirty="0" err="1"/>
              <a:t>FFmpeg</a:t>
            </a:r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sz="1800" dirty="0"/>
              <a:t>AI Engine</a:t>
            </a:r>
            <a:r>
              <a:rPr dirty="0"/>
              <a:t>: Reality Defender API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Secure API key in .env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57199E-5150-337D-2787-4CAC780A1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20" y="4366043"/>
            <a:ext cx="1814244" cy="1672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1E3E36-D437-401F-6B1F-EEF43D517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483" y="4435062"/>
            <a:ext cx="2753033" cy="1672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350316-F676-C570-3DDC-FE18C9C3E7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392" y="4480771"/>
            <a:ext cx="1797403" cy="15455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5141"/>
            <a:ext cx="8514558" cy="1655867"/>
          </a:xfrm>
        </p:spPr>
        <p:txBody>
          <a:bodyPr anchor="ctr">
            <a:normAutofit/>
          </a:bodyPr>
          <a:lstStyle/>
          <a:p>
            <a:r>
              <a:rPr lang="en-IN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INTERFACE &amp; 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558" y="1843690"/>
            <a:ext cx="3664358" cy="3539173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dirty="0"/>
              <a:t>Animated intro </a:t>
            </a:r>
            <a:r>
              <a:rPr dirty="0" err="1"/>
              <a:t>portalSystem</a:t>
            </a:r>
            <a:r>
              <a:rPr dirty="0"/>
              <a:t> Active </a:t>
            </a:r>
            <a:r>
              <a:rPr dirty="0" err="1"/>
              <a:t>indicatorDrag</a:t>
            </a:r>
            <a:r>
              <a:rPr dirty="0"/>
              <a:t> &amp; drop upload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Risk probability meter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Green = Authentic | </a:t>
            </a:r>
            <a:r>
              <a:rPr lang="en-US" dirty="0"/>
              <a:t>  </a:t>
            </a:r>
            <a:r>
              <a:rPr dirty="0"/>
              <a:t>Red = Fake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dirty="0"/>
              <a:t>Live forensic logs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B2603-D2EA-1047-F590-33E3A1712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575" y="1966374"/>
            <a:ext cx="5248044" cy="32938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216" y="141195"/>
            <a:ext cx="8327922" cy="1789108"/>
          </a:xfrm>
        </p:spPr>
        <p:txBody>
          <a:bodyPr anchor="ctr">
            <a:normAutofit/>
          </a:bodyPr>
          <a:lstStyle/>
          <a:p>
            <a:r>
              <a:rPr lang="en-IN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REAL vs FAKE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216" y="1809421"/>
            <a:ext cx="3320229" cy="3421263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Real Image → 3% → Authentic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Fake Image → 93% → Synthetic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Real Video → Low %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Deepfake Video → High 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69C55-1CDF-3888-5906-56BB662F9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1" y="1930303"/>
            <a:ext cx="5309419" cy="16191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466C90-855D-CB05-FA93-DA48AB0C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82" y="3738502"/>
            <a:ext cx="5307038" cy="152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104" y="167511"/>
            <a:ext cx="7705415" cy="1553497"/>
          </a:xfrm>
        </p:spPr>
        <p:txBody>
          <a:bodyPr anchor="ctr">
            <a:normAutofit/>
          </a:bodyPr>
          <a:lstStyle/>
          <a:p>
            <a:r>
              <a:rPr lang="en-IN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AUDIO FILE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2" y="1721008"/>
            <a:ext cx="2976369" cy="3539173"/>
          </a:xfrm>
        </p:spPr>
        <p:txBody>
          <a:bodyPr anchor="ctr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dirty="0"/>
              <a:t>Upload audio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dirty="0"/>
              <a:t>Detection result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dirty="0"/>
              <a:t>AI probability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A65B8-3B1A-960F-F4A0-A1BC56EB1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1" y="1553497"/>
            <a:ext cx="5277542" cy="2222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6F047F-2F67-FBAC-B251-B72CEDEBB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153" y="4156906"/>
            <a:ext cx="5224110" cy="16917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142" y="207203"/>
            <a:ext cx="8175705" cy="1513805"/>
          </a:xfrm>
        </p:spPr>
        <p:txBody>
          <a:bodyPr anchor="ctr">
            <a:normAutofit/>
          </a:bodyPr>
          <a:lstStyle/>
          <a:p>
            <a:r>
              <a:rPr lang="en-IN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VIDEO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2" y="1721008"/>
            <a:ext cx="2976369" cy="3539173"/>
          </a:xfrm>
        </p:spPr>
        <p:txBody>
          <a:bodyPr anchor="ctr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dirty="0"/>
              <a:t>Frame extraction logs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dirty="0"/>
              <a:t>Frame score updates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dirty="0"/>
              <a:t>Final average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A1365-C139-9D06-00E6-C50953254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645" y="1426761"/>
            <a:ext cx="5238213" cy="1642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A9F22D-C0AB-7E14-9AA3-68E4F895D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645" y="3490594"/>
            <a:ext cx="5238213" cy="28465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221" y="166310"/>
            <a:ext cx="5896282" cy="1709193"/>
          </a:xfrm>
        </p:spPr>
        <p:txBody>
          <a:bodyPr>
            <a:normAutofit/>
          </a:bodyPr>
          <a:lstStyle/>
          <a:p>
            <a:r>
              <a:rPr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TECH STACK</a:t>
            </a:r>
            <a:endParaRPr lang="en-IN" sz="4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rmAutofit/>
          </a:bodyPr>
          <a:lstStyle/>
          <a:p>
            <a:r>
              <a:rPr dirty="0"/>
              <a:t>Frontend: HTML5, CSS3, JavaScript</a:t>
            </a:r>
          </a:p>
          <a:p>
            <a:pPr lvl="1"/>
            <a:r>
              <a:rPr dirty="0"/>
              <a:t>Backend: Node.js, Express, Multer, </a:t>
            </a:r>
            <a:r>
              <a:rPr dirty="0" err="1"/>
              <a:t>FFmpeg</a:t>
            </a:r>
            <a:endParaRPr dirty="0"/>
          </a:p>
          <a:p>
            <a:pPr lvl="1"/>
            <a:r>
              <a:rPr dirty="0"/>
              <a:t>AI Engine: Reality Defender API</a:t>
            </a:r>
          </a:p>
          <a:p>
            <a:pPr lvl="1"/>
            <a:r>
              <a:rPr dirty="0"/>
              <a:t>Tools: VS Code, Postman, Chrome </a:t>
            </a:r>
            <a:r>
              <a:rPr dirty="0" err="1"/>
              <a:t>DevTools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4993" y="30472"/>
            <a:ext cx="4944806" cy="1612490"/>
          </a:xfrm>
        </p:spPr>
        <p:txBody>
          <a:bodyPr>
            <a:normAutofit/>
          </a:bodyPr>
          <a:lstStyle/>
          <a:p>
            <a:r>
              <a:rPr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6593" y="1750142"/>
            <a:ext cx="4944806" cy="397223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API key hidden in backend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File auto deletion after processing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No permanent data storage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Secure server-side processing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Safe CORS configuration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44370F-14A6-835E-0966-22243A0F5E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31" r="49750"/>
          <a:stretch>
            <a:fillRect/>
          </a:stretch>
        </p:blipFill>
        <p:spPr>
          <a:xfrm>
            <a:off x="20" y="975"/>
            <a:ext cx="34769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975" y="324464"/>
            <a:ext cx="5086120" cy="1204090"/>
          </a:xfrm>
        </p:spPr>
        <p:txBody>
          <a:bodyPr anchor="ctr">
            <a:normAutofit/>
          </a:bodyPr>
          <a:lstStyle/>
          <a:p>
            <a:r>
              <a:rPr lang="en-IN" sz="4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9035" y="1659413"/>
            <a:ext cx="3887255" cy="3539173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Real forensic AI models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Multi-frame video analysis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Live progress logs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Cyber-forensic UI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Real-time probability calculation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48" y="362565"/>
            <a:ext cx="8115300" cy="882819"/>
          </a:xfrm>
        </p:spPr>
        <p:txBody>
          <a:bodyPr anchor="b">
            <a:normAutofit/>
          </a:bodyPr>
          <a:lstStyle/>
          <a:p>
            <a:r>
              <a:rPr lang="en-IN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6674" y="2098759"/>
            <a:ext cx="4421442" cy="2660481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Blockchain verification layer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Browser extension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Social media integration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Bulk media scanning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Deepfake heatmap visualization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Model ensemble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806" y="260995"/>
            <a:ext cx="5735049" cy="1336824"/>
          </a:xfrm>
        </p:spPr>
        <p:txBody>
          <a:bodyPr anchor="ctr">
            <a:normAutofit/>
          </a:bodyPr>
          <a:lstStyle/>
          <a:p>
            <a:r>
              <a:rPr lang="en-IN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6675" y="1750428"/>
            <a:ext cx="4332951" cy="3539173"/>
          </a:xfrm>
        </p:spPr>
        <p:txBody>
          <a:bodyPr anchor="ctr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dirty="0"/>
              <a:t>Upload media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dirty="0"/>
              <a:t>Backend sends to forensic AI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dirty="0"/>
              <a:t>Models analyze artifacts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dirty="0"/>
              <a:t>Generate confidence score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dirty="0"/>
              <a:t>Aggregate result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dirty="0"/>
              <a:t>Display probability meter &amp; verdict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46" y="274466"/>
            <a:ext cx="4155973" cy="1445342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7921" y="1837794"/>
            <a:ext cx="4888157" cy="341838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Helps journalists verify media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Assists law enforcement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Supports social media moderation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Empowers individuals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0442" y="22477"/>
            <a:ext cx="6570791" cy="3415985"/>
          </a:xfrm>
        </p:spPr>
        <p:txBody>
          <a:bodyPr anchor="ctr">
            <a:normAutofit/>
          </a:bodyPr>
          <a:lstStyle/>
          <a:p>
            <a:r>
              <a:rPr lang="en-IN" sz="8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7026" y="5116529"/>
            <a:ext cx="5817622" cy="153975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sz="2000" dirty="0"/>
              <a:t>Verification Layer for Synthetic Media</a:t>
            </a:r>
            <a:endParaRPr lang="en-US" sz="2000" dirty="0"/>
          </a:p>
          <a:p>
            <a:pPr marL="0" indent="0" algn="ctr">
              <a:buNone/>
            </a:pPr>
            <a:r>
              <a:rPr sz="2000" dirty="0"/>
              <a:t>“Never Trust. Always Verify.”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8DF46-993C-6468-4BB4-D55D10A13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898" y="4446770"/>
            <a:ext cx="3406204" cy="669759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150</TotalTime>
  <Words>370</Words>
  <Application>Microsoft Office PowerPoint</Application>
  <PresentationFormat>On-screen Show (4:3)</PresentationFormat>
  <Paragraphs>77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ADLaM Display</vt:lpstr>
      <vt:lpstr>Aharoni</vt:lpstr>
      <vt:lpstr>Arial</vt:lpstr>
      <vt:lpstr>Calibri</vt:lpstr>
      <vt:lpstr>Calibri Light</vt:lpstr>
      <vt:lpstr>Wingdings</vt:lpstr>
      <vt:lpstr>Celestial</vt:lpstr>
      <vt:lpstr>DeepSafe – Verification Layer for             Synthetic Media </vt:lpstr>
      <vt:lpstr> ABOUT WEBSITE</vt:lpstr>
      <vt:lpstr>ALGORITHM –  HOW IT WORKS</vt:lpstr>
      <vt:lpstr> SYSTEM ARCHITECTURE</vt:lpstr>
      <vt:lpstr>INTERFACE &amp; BUTTONS</vt:lpstr>
      <vt:lpstr> REAL vs FAKE SCREENSHOTS</vt:lpstr>
      <vt:lpstr> AUDIO FILE SCREENSHOT</vt:lpstr>
      <vt:lpstr> VIDEO SCREENSHOT</vt:lpstr>
      <vt:lpstr> TECH STACK</vt:lpstr>
      <vt:lpstr>SECURITY FEATURES</vt:lpstr>
      <vt:lpstr> INNOVATION</vt:lpstr>
      <vt:lpstr> FUTURE SCOPE</vt:lpstr>
      <vt:lpstr> DEMO FLOW</vt:lpstr>
      <vt:lpstr> IMPACT</vt:lpstr>
      <vt:lpstr>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9</cp:revision>
  <dcterms:created xsi:type="dcterms:W3CDTF">2013-01-27T09:14:16Z</dcterms:created>
  <dcterms:modified xsi:type="dcterms:W3CDTF">2026-02-28T02:22:45Z</dcterms:modified>
  <cp:category/>
</cp:coreProperties>
</file>