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Multi-Broadcast System (DeepSafe)</a:t>
            </a:r>
          </a:p>
          <a:p>
            <a:r>
              <a:t>Progress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is an AI-based multi-interface system that integrates multiple AI engines into one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 secure login system</a:t>
            </a:r>
          </a:p>
          <a:p>
            <a:r>
              <a:t>• Create multi-AI workspace</a:t>
            </a:r>
          </a:p>
          <a:p>
            <a:r>
              <a:t>• Enable broadcasting to multiple AI models</a:t>
            </a:r>
          </a:p>
          <a:p>
            <a:r>
              <a:t>• Design modern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 Developed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Login Page</a:t>
            </a:r>
          </a:p>
          <a:p>
            <a:r>
              <a:t>• Signup Page</a:t>
            </a:r>
          </a:p>
          <a:p>
            <a:r>
              <a:t>• Main Dashboard</a:t>
            </a:r>
          </a:p>
          <a:p>
            <a:r>
              <a:t>• Info/Team Page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Stylish UI with animations</a:t>
            </a:r>
          </a:p>
          <a:p>
            <a:r>
              <a:t>• Username &amp; password input</a:t>
            </a:r>
          </a:p>
          <a:p>
            <a:r>
              <a:t>• Social login buttons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Signup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registration</a:t>
            </a:r>
          </a:p>
          <a:p>
            <a:r>
              <a:t>• Password confirmation</a:t>
            </a:r>
          </a:p>
          <a:p>
            <a:r>
              <a:t>• Interactive UI effects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Multi AI cards (GPT, Claude, Gemini)</a:t>
            </a:r>
          </a:p>
          <a:p>
            <a:r>
              <a:t>• Sidebar navigation</a:t>
            </a:r>
          </a:p>
          <a:p>
            <a:r>
              <a:t>• Theme toggle</a:t>
            </a:r>
          </a:p>
          <a:p>
            <a:r>
              <a:t>• Chat 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Feature: Broadcast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Single input sent to multiple AI panels</a:t>
            </a:r>
          </a:p>
          <a:p>
            <a:r>
              <a:t>• Simultaneous response simulation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Dark/Light mode</a:t>
            </a:r>
          </a:p>
          <a:p>
            <a:r>
              <a:t>• Animated cards</a:t>
            </a:r>
          </a:p>
          <a:p>
            <a:r>
              <a:t>• Responsive layout</a:t>
            </a:r>
          </a:p>
          <a:p>
            <a:r>
              <a:t>• Modern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Harshil – Frontend</a:t>
            </a:r>
          </a:p>
          <a:p>
            <a:r>
              <a:t>• Sahithi – Presenter</a:t>
            </a:r>
          </a:p>
          <a:p>
            <a:r>
              <a:t>• Sathwik – Backend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 completed</a:t>
            </a:r>
          </a:p>
          <a:p>
            <a:r>
              <a:t>• UI interactions working</a:t>
            </a:r>
          </a:p>
          <a:p>
            <a:r>
              <a:t>• Backend integration pending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Connect real AI APIs</a:t>
            </a:r>
          </a:p>
          <a:p>
            <a:r>
              <a:t>• Add database</a:t>
            </a:r>
          </a:p>
          <a:p>
            <a:r>
              <a:t>• Improve security</a:t>
            </a:r>
          </a:p>
          <a:p>
            <a:r>
              <a:t>• Deploy online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demonstrates a futuristic AI workspace with multi-model interaction capability.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